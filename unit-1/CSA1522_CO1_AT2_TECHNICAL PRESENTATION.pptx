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82" r:id="rId5"/>
    <p:sldId id="283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98" d="100"/>
          <a:sy n="98" d="100"/>
        </p:scale>
        <p:origin x="11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ja thiriveedhi" userId="e1d8e8badd3162be" providerId="LiveId" clId="{4E593782-F2EA-4E4B-BA6B-E20EFFCA783B}"/>
    <pc:docChg chg="custSel addSld modSld sldOrd">
      <pc:chgData name="srija thiriveedhi" userId="e1d8e8badd3162be" providerId="LiveId" clId="{4E593782-F2EA-4E4B-BA6B-E20EFFCA783B}" dt="2026-07-25T05:03:53.133" v="32" actId="1076"/>
      <pc:docMkLst>
        <pc:docMk/>
      </pc:docMkLst>
      <pc:sldChg chg="addSp delSp modSp new mod ord">
        <pc:chgData name="srija thiriveedhi" userId="e1d8e8badd3162be" providerId="LiveId" clId="{4E593782-F2EA-4E4B-BA6B-E20EFFCA783B}" dt="2026-07-25T05:01:45.128" v="18" actId="1076"/>
        <pc:sldMkLst>
          <pc:docMk/>
          <pc:sldMk cId="3711754024" sldId="282"/>
        </pc:sldMkLst>
        <pc:spChg chg="del">
          <ac:chgData name="srija thiriveedhi" userId="e1d8e8badd3162be" providerId="LiveId" clId="{4E593782-F2EA-4E4B-BA6B-E20EFFCA783B}" dt="2026-07-25T04:58:29.632" v="5" actId="21"/>
          <ac:spMkLst>
            <pc:docMk/>
            <pc:sldMk cId="3711754024" sldId="282"/>
            <ac:spMk id="2" creationId="{D223CA96-2213-0C05-8891-0ABD84C26A27}"/>
          </ac:spMkLst>
        </pc:spChg>
        <pc:spChg chg="del">
          <ac:chgData name="srija thiriveedhi" userId="e1d8e8badd3162be" providerId="LiveId" clId="{4E593782-F2EA-4E4B-BA6B-E20EFFCA783B}" dt="2026-07-25T04:58:23.187" v="4" actId="931"/>
          <ac:spMkLst>
            <pc:docMk/>
            <pc:sldMk cId="3711754024" sldId="282"/>
            <ac:spMk id="3" creationId="{D8D46903-2418-2C03-D72A-D1AF68399F71}"/>
          </ac:spMkLst>
        </pc:spChg>
        <pc:spChg chg="add mod">
          <ac:chgData name="srija thiriveedhi" userId="e1d8e8badd3162be" providerId="LiveId" clId="{4E593782-F2EA-4E4B-BA6B-E20EFFCA783B}" dt="2026-07-25T05:00:54.782" v="12" actId="208"/>
          <ac:spMkLst>
            <pc:docMk/>
            <pc:sldMk cId="3711754024" sldId="282"/>
            <ac:spMk id="6" creationId="{40C55DEC-CD08-250C-0B20-A3775DA56307}"/>
          </ac:spMkLst>
        </pc:spChg>
        <pc:picChg chg="add mod ord">
          <ac:chgData name="srija thiriveedhi" userId="e1d8e8badd3162be" providerId="LiveId" clId="{4E593782-F2EA-4E4B-BA6B-E20EFFCA783B}" dt="2026-07-25T05:01:45.128" v="18" actId="1076"/>
          <ac:picMkLst>
            <pc:docMk/>
            <pc:sldMk cId="3711754024" sldId="282"/>
            <ac:picMk id="5" creationId="{DA55B6CA-F316-2742-99B3-4E04D207B6D3}"/>
          </ac:picMkLst>
        </pc:picChg>
      </pc:sldChg>
      <pc:sldChg chg="addSp delSp modSp new mod">
        <pc:chgData name="srija thiriveedhi" userId="e1d8e8badd3162be" providerId="LiveId" clId="{4E593782-F2EA-4E4B-BA6B-E20EFFCA783B}" dt="2026-07-25T05:03:53.133" v="32" actId="1076"/>
        <pc:sldMkLst>
          <pc:docMk/>
          <pc:sldMk cId="2702640904" sldId="283"/>
        </pc:sldMkLst>
        <pc:spChg chg="del">
          <ac:chgData name="srija thiriveedhi" userId="e1d8e8badd3162be" providerId="LiveId" clId="{4E593782-F2EA-4E4B-BA6B-E20EFFCA783B}" dt="2026-07-25T05:02:09.490" v="19" actId="21"/>
          <ac:spMkLst>
            <pc:docMk/>
            <pc:sldMk cId="2702640904" sldId="283"/>
            <ac:spMk id="2" creationId="{494430FB-264A-2AE4-2CE5-FEA2919E4345}"/>
          </ac:spMkLst>
        </pc:spChg>
        <pc:spChg chg="del">
          <ac:chgData name="srija thiriveedhi" userId="e1d8e8badd3162be" providerId="LiveId" clId="{4E593782-F2EA-4E4B-BA6B-E20EFFCA783B}" dt="2026-07-25T05:02:58.712" v="20" actId="931"/>
          <ac:spMkLst>
            <pc:docMk/>
            <pc:sldMk cId="2702640904" sldId="283"/>
            <ac:spMk id="3" creationId="{8C64DC49-B6C9-FA63-A407-93B7A76FEE77}"/>
          </ac:spMkLst>
        </pc:spChg>
        <pc:spChg chg="add mod">
          <ac:chgData name="srija thiriveedhi" userId="e1d8e8badd3162be" providerId="LiveId" clId="{4E593782-F2EA-4E4B-BA6B-E20EFFCA783B}" dt="2026-07-25T05:03:22.681" v="24" actId="208"/>
          <ac:spMkLst>
            <pc:docMk/>
            <pc:sldMk cId="2702640904" sldId="283"/>
            <ac:spMk id="6" creationId="{5FD0F02F-3AED-6F17-B6AB-C9723AEB0EC1}"/>
          </ac:spMkLst>
        </pc:spChg>
        <pc:picChg chg="add mod ord">
          <ac:chgData name="srija thiriveedhi" userId="e1d8e8badd3162be" providerId="LiveId" clId="{4E593782-F2EA-4E4B-BA6B-E20EFFCA783B}" dt="2026-07-25T05:03:53.133" v="32" actId="1076"/>
          <ac:picMkLst>
            <pc:docMk/>
            <pc:sldMk cId="2702640904" sldId="283"/>
            <ac:picMk id="5" creationId="{0019B132-BE7F-BD85-46C1-AE868E1CC4AF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7-23T08:08:28.126"/>
    </inkml:context>
    <inkml:brush xml:id="br0">
      <inkml:brushProperty name="width" value="0.3" units="cm"/>
      <inkml:brushProperty name="height" value="0.6" units="cm"/>
      <inkml:brushProperty name="color" value="#E6E6E6"/>
      <inkml:brushProperty name="tip" value="rectangle"/>
      <inkml:brushProperty name="rasterOp" value="maskPen"/>
      <inkml:brushProperty name="ignorePressure" value="1"/>
    </inkml:brush>
  </inkml:definitions>
  <inkml:trace contextRef="#ctx0" brushRef="#br0">438 443,'0'-11,"0"-1,0 1,1 0,0-1,1 1,0 0,1-1,1 1,-1 1,2-1,-1 0,2 1,9-15,-1 4,-11 17,0-1,0 1,0 0,0 0,1 0,-1 0,1 0,0 1,0-1,1 1,-1 1,9-6,28-9,81-31,-103 43,0 0,0 1,0 1,37-2,-40 4,0-1,0 0,-1-1,1-1,-1-1,0 0,0-1,0 0,-1-1,0-1,21-15,-25 17,1 0,0 1,1 1,-1 0,1 0,0 1,0 1,0-1,13 1,19 0,52 5,-20 0,-71-3,0 0,-1 0,1 0,0 1,0 0,-1 0,1 0,-1 1,1-1,7 5,-10-5,-1 1,1-1,-1 1,1-1,-1 1,0-1,0 1,1 0,-1 0,-1-1,1 1,0 0,0 0,-1 0,1 0,-1 0,1 0,-1 0,0 0,0 0,0 0,0 0,0 0,-1 0,1 0,-1 0,0 4,-1 0,0 1,-1-1,1 1,-1-1,0 0,-1 0,1-1,-1 1,-1-1,1 0,-1 1,0-2,0 1,0-1,0 0,-8 5,-9 3,-1 0,-1-1,-25 7,17-6,-89 31,-156 33,-130 6,369-75,-16 4,0-3,-1-1,1-3,-110-7,163 3,-1 0,1 0,0 0,-1-1,1 1,0 0,-1-1,1 1,0-1,0 1,-1-1,1 0,0 1,0-1,-2-1,3 1,0 1,0-1,-1 1,1-1,0 1,0-1,0 1,0 0,0-1,0 1,0-1,0 1,0-1,1 1,-1-1,0 1,0 0,0-1,0 1,1-1,-1 1,0 0,0-1,1 1,-1 0,0-1,1 1,-1 0,1-1,3-2,1-1,-1 1,1 1,-1-1,1 1,10-4,34-6,0 2,2 2,-1 2,56 1,-13 0,431-16,-518 21,-1 0,0 0,0 0,0-1,0 1,0-1,0-1,0 1,0-1,0 1,-1-1,1-1,8-4,-2-4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08:09:38.9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1595 3492 24575,'0'8'0,"-1"1"0,0-1 0,-1 0 0,0 1 0,0-1 0,-1 0 0,-4 10 0,-31 52 0,25-46 0,2 1 0,-11 33 0,12-30 0,-22 43 0,13-21 0,18-117 0,4 47 0,1 0 0,0 0 0,2 0 0,0 0 0,17-32 0,56-86 0,-12 25 0,-20 36 0,-30 52 0,24-50 0,-67 104 0,-41 86 0,45-73 0,-29 42 0,9-19 0,3 2 0,-52 125 0,81-169 0,7-20 0,5-14 0,8-20 0,7-1 0,28-39 0,-24 40 0,17-34 0,73-146 0,-98 184 0,-9 17 0,1 1 0,0-1 0,0 1 0,1 0 0,9-10 0,-6 13 0,-5 12 0,-7 18 0,-10 9 0,-2 0 0,-31 52 0,9-17 0,11-18 0,-51 105 0,64-124 0,1 1 0,1 0 0,-6 36 0,17-67 0,-1-1 0,1 1 0,0-1 0,0 1 0,-1 0 0,1-1 0,0 1 0,0-1 0,0 1 0,0 0 0,0-1 0,0 1 0,0-1 0,0 1 0,0 0 0,0-1 0,0 1 0,0 0 0,0-1 0,1 1 0,-1-1 0,0 1 0,0-1 0,1 1 0,-1 0 0,0-1 0,1 1 0,-1-1 0,1 1 0,-1-1 0,0 0 0,1 1 0,1-1 0,-1 0 0,0 0 0,0-1 0,1 1 0,-1 0 0,0-1 0,0 0 0,0 1 0,0-1 0,0 1 0,0-1 0,0 0 0,0 0 0,1-1 0,36-38 0,-14 5 0,-2-2 0,33-71 0,-3 3 0,27-23 0,121-151 0,-2 5 0,-186 255 0,-6 8 0,1 1 0,0 0 0,9-10 0,-16 20 0,0 0 0,0 0 0,1-1 0,-1 1 0,0 0 0,0 0 0,0-1 0,0 1 0,0 0 0,0 0 0,1-1 0,-1 1 0,0 0 0,0 0 0,0-1 0,1 1 0,-1 0 0,0 0 0,0 0 0,1 0 0,-1 0 0,0-1 0,0 1 0,1 0 0,-1 0 0,0 0 0,0 0 0,1 0 0,-1 0 0,0 0 0,1 0 0,-1 0 0,0 0 0,0 0 0,1 0 0,-1 0 0,0 0 0,1 0 0,-1 0 0,0 0 0,0 0 0,1 0 0,-1 1 0,0-1 0,0 0 0,1 0 0,-1 1 0,-3 15 0,-8 6 0,0 0 0,-2-1 0,0-1 0,-23 27 0,2-3 0,-66 93 0,-232 324 0,314-436 0,0 1 0,2 1 0,1 0 0,1 2 0,-13 40 0,12-36 0,4-22 0,11-11 0,0 0 0,-1 0 0,1 0 0,0 0 0,-1 0 0,1 0 0,0 0 0,-1 0 0,1-1 0,-1 1 0,1 0 0,0 0 0,-1 0 0,1 0 0,0 0 0,0-1 0,-1 1 0,1 0 0,0 0 0,-1-1 0,1 1 0,0 0 0,0 0 0,0-1 0,-1 1 0,1 0 0,0-1 0,0 1 0,0 0 0,0 0 0,-1-1 0,1 1 0,0-1 0,0 1 0,0 0 0,0-1 0,0 1 0,-1-5 0,1 0 0,0 0 0,0 1 0,0-1 0,1 0 0,-1 0 0,1 1 0,0-1 0,1 1 0,-1-1 0,4-6 0,1-9 0,4-9 0,2 1 0,0 0 0,2 0 0,1 2 0,21-30 0,-22 34 0,478-690-2228,-356 522 2124,-18 24 89,630-897-151,-717 1016 166,-29 41 0,-7 9 0,-15 19 0,-152 190 0,-24 44-310,-87 125-929,-741 1029-3172,29 39 948,903-1308 3466,-199 276 4706,261-385-3524,30-32-1108,-1 1 0,1-1 0,0 0 0,-1 1 0,1-1 0,0 1 0,-1-1 0,1 0 1,-1 0-1,1 1 0,0-1 0,-1 0 0,1 0 0,-1 1 0,1-1 0,-1 0 1,1 0-1,-1 0 0,1 0 0,-1 0 0,1 0 0,-1 0 0,1 0 0,-1 0 1,1 0-1,-1 0 0,1 0 0,-1 0 0,1 0 0,-2 0 0,0-16 1036,13-26 332,7-6-955,38-76 0,34-41-379,64-90-681,72-106-1710,-126 202 1800,865-1331-3771,-823 1293 4125,-116 167 553,-26 30-396,0 0 1,0 0 0,0 0-1,0 0 1,0-1-1,1 1 1,-1 0-1,0 0 1,0 0 0,0 0-1,1 0 1,-1 0-1,0 0 1,0 0 0,0 0-1,1-1 1,-1 1-1,0 0 1,0 0 0,0 0-1,1 0 1,-1 0-1,0 0 1,0 0 0,0 0-1,1 1 1,-1-1-1,0 0 1,0 0-1,0 0 1,1 0 0,-1 0-1,0 0 1,0 0-1,0 0 1,0 0 0,1 1-1,-1-1 1,0 0-1,0 0 1,0 0 0,0 0-1,0 1 1,0-1-1,1 0 1,-1 0 0,0 0-1,0 0 1,0 1-1,0-1 1,0 0-1,0 0 1,0 0 0,0 1-1,0-1 1,0 0-1,0 0 1,0 1 0,0-1-1,0 0 1,0 0-1,0 0 1,0 1 0,0-1-1,0 0 1,0 0-1,-2 18 524,2-17-426,-7 34 2010,-16 48 0,8-41-2072,-2 0 1,-25 42-1,-51 131-67,81-185 0,1 0 0,2 0 0,1 1 0,1 0 0,2 0 0,-2 56 0,7-86 0,-1 0 0,1 1 0,0-1 0,0 0 0,1 0 0,-1 0 0,0 0 0,0 0 0,0 0 0,1 0 0,-1 0 0,1 1 0,-1-1 0,0 0 0,1 0 0,0-1 0,-1 1 0,1 0 0,0 0 0,0 1 0,0-2 0,0 0 0,-1 0 0,1 0 0,0 0 0,-1 0 0,1 0 0,0 0 0,-1 0 0,1 0 0,0 0 0,-1 0 0,1 0 0,0-1 0,-1 1 0,1 0 0,-1-1 0,1 1 0,0 0 0,-1-1 0,1 1 0,-1-1 0,1 1 0,0-1 0,31-37 0,-31 37 0,121-151 0,-32 46 0,-85 98 0,1 0 0,1 1 0,-1 0 0,12-9 0,-18 16 0,0 0 0,0 0 0,0 1 0,0-1 0,0 0 0,0 0 0,0 0 0,0 0 0,0 0 0,0 0 0,0 0 0,0 0 0,0 0 0,1 0 0,-1 0 0,0 0 0,0 0 0,0 0 0,0 0 0,0 0 0,0 0 0,0 0 0,0 0 0,0 0 0,0 0 0,0 0 0,0 0 0,0 0 0,0 0 0,1 0 0,-1 0 0,0 0 0,0 0 0,0 0 0,0 0 0,0 0 0,0 0 0,0 0 0,0 0 0,0 0 0,0 0 0,0 0 0,0 0 0,0 0 0,1 0 0,-8 11 0,-14 15 0,-54 75 0,-94 171 0,72-109 0,85-144 0,-7 13 0,-1-1 0,-1-1 0,-35 36 0,55-65 0,1 0 0,-1 0 0,0 0 0,0 0 0,0 0 0,0-1 0,-1 1 0,1 0 0,0-1 0,0 1 0,0 0 0,-1-1 0,1 0 0,0 1 0,-2-1 0,2 0 0,1 0 0,-1 0 0,1 0 0,-1 0 0,1 0 0,-1-1 0,1 1 0,-1 0 0,1 0 0,-1-1 0,1 1 0,-1 0 0,1-1 0,0 1 0,-1 0 0,1-1 0,0 1 0,-1-1 0,1 1 0,0-1 0,0 1 0,-1-1 0,1 1 0,0-1 0,-1 0 0,0-4 0,0 0 0,1 0 0,-1 0 0,1 0 0,0 1 0,1-11 0,2-11 0,2 0 0,1 1 0,13-40 0,38-74 0,2-6 0,-56 137 0,-1 3 0,0 1 0,0-1 0,-1 1 0,0-1 0,1 0 0,-1 1 0,-1-1 0,1 0 0,-1 0 0,0 1 0,0-1 0,0 0 0,-2-7 0,1 11 0,1 1 0,-1-1 0,1 1 0,-1-1 0,1 1 0,-1-1 0,1 1 0,-1 0 0,1-1 0,-1 1 0,0 0 0,1 0 0,-1 0 0,1-1 0,-1 1 0,0 0 0,1 0 0,-1 0 0,0 0 0,1 0 0,-1 0 0,0 0 0,1 0 0,-1 0 0,0 0 0,1 1 0,-1-1 0,0 0 0,1 0 0,-1 1 0,0-1 0,1 0 0,-1 1 0,1-1 0,-1 0 0,0 1 0,-23 17 0,22-16 0,-31 28 0,2 2 0,-49 65 0,13-14 0,-13 18 0,-11 13 0,76-102 0,18-25 0,19-31 0,68-92 0,8-13 0,-94 143 0,7-15 0,1 1 0,0 1 0,2 0 0,1 0 0,0 2 0,21-19 0,-36 35 0,1 0 0,0 1 0,0-1 0,-1 0 0,1 1 0,0-1 0,0 1 0,0-1 0,0 1 0,0-1 0,0 1 0,-1 0 0,1-1 0,0 1 0,0 0 0,0 0 0,0 0 0,0 0 0,0 0 0,0 0 0,0 0 0,0 0 0,2 0 0,-3 1 0,1 0 0,0-1 0,-1 1 0,1 0 0,-1-1 0,1 1 0,-1 0 0,1 0 0,-1-1 0,0 1 0,1 0 0,-1 0 0,0 0 0,0 0 0,0-1 0,1 1 0,-1 0 0,0 0 0,0 0 0,0 1 0,-1 4 0,1 1 0,-1 0 0,0-1 0,0 0 0,-4 12 0,-8 9 0,0 0 0,-2-2 0,-29 39 0,-1 3 0,-65 101 0,107-163 0,0 0 0,0 0 0,1 0 0,-1 0 0,1 0 0,1 1 0,-1-1 0,-1 11 0,3-16 0,0 0 0,0 0 0,0 0 0,0 0 0,0 1 0,0-1 0,0 0 0,1 0 0,-1 0 0,0 0 0,0 0 0,0 0 0,0 0 0,0 0 0,0 1 0,0-1 0,0 0 0,0 0 0,1 0 0,-1 0 0,0 0 0,0 0 0,0 0 0,0 0 0,0 0 0,0 0 0,1 0 0,-1 0 0,0 0 0,0 0 0,0 0 0,0 0 0,0 0 0,0 0 0,1 0 0,-1 0 0,0 0 0,0 0 0,0 0 0,0 0 0,0 0 0,0 0 0,0 0 0,1 0 0,-1 0 0,0-1 0,0 1 0,0 0 0,0 0 0,0 0 0,0 0 0,0 0 0,0 0 0,0 0 0,1 0 0,-1-1 0,0 1 0,0 0 0,0 0 0,0 0 0,0 0 0,0 0 0,0 0 0,0-1 0,0 1 0,9-9 0,222-325 0,-135 185 0,175-259-375,194-290-452,-451 678 927,-20 30 151,-21 32 400,-181 245-437,35-50-228,32-17 14,-13 20 0,113-179 0,23-33 0,-1 0 0,-2-1 0,0-1 0,-40 37 0,60-63 0,1 1 0,-1 0 0,1-1 0,-1 1 0,0-1 0,1 1 0,-1-1 0,0 1 0,0-1 0,1 1 0,-1-1 0,0 0 0,0 1 0,0-1 0,0 0 0,1 0 0,-1 0 0,0 1 0,0-1 0,0 0 0,0 0 0,0 0 0,1 0 0,-1-1 0,0 1 0,0 0 0,0 0 0,0 0 0,1-1 0,-1 1 0,0-1 0,0 1 0,1 0 0,-2-2 0,1 1 0,0-1 0,0 1 0,0-1 0,0 0 0,0 1 0,1-1 0,-1 0 0,1 1 0,-1-1 0,1 0 0,0 0 0,0 1 0,-1-1 0,1 0 0,1 0 0,-1 0 0,0-2 0,4-14 0,1-1 0,1 1 0,0 1 0,1-1 0,19-30 0,-6 6 0,166-319-46,-24 48-827,-78 139 682,158-288 198,-235 451-7,-1 1 0,-1 1 0,2 1 0,-1-1 0,11-10 0,-17 19 7,0 0 0,1-1 0,-1 1 0,0-1 0,1 1-1,-1-1 1,1 1 0,-1 0 0,1-1 0,-1 1 0,1 0 0,-1 0 0,1-1 0,-1 1 0,1 0-1,-1 0 1,1 0 0,-1-1 0,1 1 0,-1 0 0,1 0 0,0 0 0,-1 0 0,2 0-1,-1 12 374,-10 22 171,-13 10-551,-42 64 0,20-36 0,-363 574-1638,105-171 1292,-202 347 239,394-653 81,49-77 31,60-91 20,0 1 0,0 0 1,0-1-1,0 1 1,0-1-1,0 1 0,-1-1 1,1 0-1,-1 1 0,1-1 1,-1 0-1,-1 1 1,2-2-7,1 0 0,0 0 0,-1 0 0,1 0 0,0 0 0,-1 0 0,1 0 1,0 0-1,-1-1 0,1 1 0,0 0 0,-1 0 0,1 0 0,0-1 0,0 1 0,-1 0 1,1 0-1,0-1 0,0 1 0,0 0 0,-1 0 0,1-1 0,0 1 0,0 0 0,0-1 1,0 1-1,0 0 0,-1-1 0,1 1 0,0 0 0,0-1 0,0 1 0,0 0 0,0-1 1,0 1-1,0 0 0,0-1 0,0-6 157,0 0 0,1 0 0,-1 1 0,1-1 0,4-11 0,19-59-169,50-103 1,51-71-129,-85 174-46,635-1126-1124,-567 1017 1140,8-41 1511,-109 216-1075,-7 19-206,-7 23-88,-151 332 9,142-328 0,-579 1106-1130,594-1138 1130,-180 311 0,174-301 0,5-9 0,0 0 0,-1 0 0,1 0 0,-1 0 0,1 0 0,-1-1 0,0 1 0,-1-1 0,1 0 0,-1 0 0,-6 5 0,9-8 0,1 0 0,-1 0 0,1 0 0,0 0 0,-1 0 0,1 0 0,-1 0 0,1 0 0,0 0 0,-1 0 0,1 0 0,-1 0 0,1-1 0,0 1 0,-1 0 0,1 0 0,-1 0 0,1-1 0,0 1 0,-1 0 0,1 0 0,0-1 0,0 1 0,-1 0 0,1 0 0,0-1 0,-1 1 0,1-1 0,0 1 0,0 0 0,0-1 0,0 1 0,-1 0 0,1-1 0,0 1 0,0-1 0,0 1 0,0 0 0,0-2 0,-2-17 188,4 4-88,1 1 0,1-1-1,0 1 1,1 0-1,0 0 1,1 0-1,1 1 1,9-15 0,7-17-55,-14 27-45,250-507 0,-210 438 0,3 3 0,85-104 0,-85 119 0,-51 69 0,-1-1 0,1 0 0,-1 1 0,1-1 0,-1 1 0,1-1 0,-1 1 0,1-1 0,0 1 0,-1-1 0,1 1 0,0 0 0,-1-1 0,1 1 0,0 0 0,0-1 0,-1 1 0,1 0 0,0 0 0,0 0 0,-1 0 0,2 0 0,-1 0 0,-1 0 0,1 1 0,-1-1 0,1 1 0,-1-1 0,0 1 0,1-1 0,-1 1 0,0-1 0,1 1 0,-1-1 0,0 1 0,0 0 0,0-1 0,1 1 0,-1-1 0,0 1 0,0-1 0,0 1 0,0 0 0,0 0 0,-6 40 0,-22 32 0,-4-1 0,-54 91 0,-22 49 0,-12 26 0,120-237 0,-1 0 0,1 0 0,-1 0 0,1 0 0,-1 0 0,1 0 0,-1 0 0,0 0 0,1 0 0,-1-1 0,0 1 0,0 0 0,0 0 0,1-1 0,-1 1 0,-2 0 0,1-13 0,11-34 0,25-40 0,60-108 0,-79 163 0,25-44 0,-14 28 0,39-96 0,-58 119 0,9-25 0,-15 46 0,1 0 0,-1 0 0,0 0 0,1 0 0,0 0 0,0 0 0,0 0 0,0 1 0,0-1 0,5-3 0,-7 6 0,0 0 0,0 0 0,1 0 0,-1 0 0,0 1 0,0-1 0,0 0 0,1 0 0,-1 0 0,0 0 0,0 0 0,0 0 0,0 0 0,1 1 0,-1-1 0,0 0 0,0 0 0,0 0 0,0 0 0,0 1 0,0-1 0,1 0 0,-1 0 0,0 0 0,0 1 0,0-1 0,0 0 0,0 0 0,0 1 0,0-1 0,0 0 0,0 0 0,0 0 0,0 1 0,0-1 0,0 0 0,0 0 0,0 0 0,0 1 0,0-1 0,0 0 0,-1 0 0,1 0 0,0 1 0,0-1 0,0 0 0,0 0 0,-1 1 0,-2 15 0,-5 5 0,-2 0 0,0 0 0,-1-1 0,-25 33 0,17-25 0,-23 45 0,39-68 0,-12 26 0,1 1 0,-17 57 0,31-75 0,6-12 0,-4-3 0,1 0 0,-1 0 0,0-1 0,0 1 0,0-1 0,0 0 0,-1 1 0,1-1 0,1-2 0,49-64 0,58-105 0,-35 52 0,-6 15 0,312-512 0,-369 584 0,-11 18 0,-2 16 0,1 0 0,0 0 0,-1 0 0,1-1 0,0 1 0,-1 0 0,1 0 0,0 0 0,-1 0 0,1 0 0,0 0 0,-1-1 0,1 1 0,-1 0 0,1 0 0,0 0 0,-1 0 0,1 0 0,0 1 0,-1-1 0,1 0 0,0 0 0,-1 0 0,1 0 0,-1 0 0,1 0 0,0 1 0,0-1 0,-1 0 0,1 0 0,0 0 0,-1 1 0,1-1 0,0 0 0,0 0 0,-1 1 0,1-1 0,-6 6 0,0-1 0,0 1 0,0 0 0,-7 10 0,-15 16 0,-7-1 0,17-16 0,0 2 0,-25 29 0,38-39 0,0 0 0,0 1 0,1-1 0,0 1 0,0 0 0,1 0 0,0 0 0,1 1 0,0-1 0,0 1 0,-1 8 0,0 25 0,2 1 0,6 65 0,-5-105 0,0 0 0,1-1 0,-1 1 0,1 0 0,0-1 0,-1 1 0,1-1 0,1 1 0,1 3 0,-2-5 0,-1-1 0,1 1 0,-1 0 0,1 0 0,0-1 0,-1 1 0,1-1 0,0 1 0,0-1 0,-1 1 0,1-1 0,0 1 0,0-1 0,0 1 0,0-1 0,0 0 0,0 0 0,0 0 0,1 1 0,0-2 0,1 1 0,-1-1 0,0 1 0,0-1 0,1 0 0,-1 0 0,0 0 0,0 0 0,0-1 0,0 1 0,0 0 0,0-1 0,-1 0 0,1 1 0,0-1 0,-1 0 0,1 0 0,-1 0 0,0 0 0,2-3 0,21-37 0,-1-1 0,27-73 0,19-99 0,-19-26 0,-5 16 0,-43 215 0,-1 6 0,0 0 0,-1 0 0,2 0 0,-1 0 0,0 0 0,1 0 0,-1 1 0,1-1 0,0 0 0,1 1 0,-1-1 0,0 1 0,1 0 0,5-5 0,-8 8 0,1 0 0,-1 0 0,1 0 0,-1-1 0,1 1 0,-1 0 0,1 0 0,-1 0 0,1 1 0,-1-1 0,1 0 0,-1 0 0,1 0 0,-1 0 0,1 0 0,-1 1 0,1-1 0,-1 0 0,1 0 0,-1 1 0,0-1 0,1 0 0,-1 1 0,1-1 0,-1 0 0,0 1 0,1-1 0,-1 0 0,0 1 0,0-1 0,1 1 0,-1-1 0,0 1 0,0-1 0,0 1 0,1-1 0,-1 1 0,0-1 0,0 1 0,0-1 0,0 1 0,0 0 0,4 25 0,-4-25 0,1 25 0,-2-1 0,0 1 0,-2 0 0,-1-1 0,-8 28 0,-7 43 0,13-53 0,2 1 0,2-1 0,2 1 0,2-1 0,1 1 0,3-1 0,11 44 0,3-9 0,4-1 0,41 88 0,-64-161 0,1-1 0,-1 0 0,1 0 0,0 0 0,0 0 0,0 0 0,1-1 0,-1 1 0,0-1 0,1 1 0,0-1 0,0 0 0,-1 0 0,1 0 0,0 0 0,1-1 0,-1 1 0,0-1 0,6 2 0,-6-3 0,0 0 0,0 0 0,0 0 0,0 0 0,0 0 0,0-1 0,0 1 0,0-1 0,0 0 0,-1 0 0,1 0 0,0 0 0,0-1 0,-1 1 0,1-1 0,-1 0 0,1 1 0,-1-1 0,0 0 0,0 0 0,0 0 0,0-1 0,3-3 0,7-12 0,0 0 0,-1-1 0,-1 1 0,13-37 0,22-87 0,-36 108 0,33-112 0,121-279 0,-171 452 0,3 0 0,-4 40 0,-7 102 0,14-135 0,-2 213 0,5-214 0,2-1 0,2 1 0,1-1 0,1 0 0,17 47 0,19 19 0,-41-95 0,-1 0 0,1 0 0,-1 0 0,1 0 0,0-1 0,0 1 0,0 0 0,1-1 0,-1 1 0,1-1 0,-1 0 0,1 0 0,0 0 0,0 0 0,0-1 0,0 1 0,0-1 0,0 1 0,0-1 0,0 0 0,6 1 0,-6-2 0,-1 0 0,1 0 0,-1-1 0,1 1 0,0-1 0,-1 1 0,0-1 0,1 0 0,-1 0 0,1 0 0,-1 0 0,0 0 0,0 0 0,0-1 0,0 1 0,0-1 0,0 0 0,0 0 0,0 1 0,0-1 0,-1 0 0,1 0 0,-1-1 0,0 1 0,1 0 0,-1 0 0,0-1 0,0 1 0,0 0 0,0-4 0,5-18 0,-1 0 0,-2-1 0,0 1 0,-2-1 0,0 0 0,-4-27 0,2 3 0,-2-71 0,4-141 0,5 222 0,-6 37 0,1 0 0,-1 1 0,1-1 0,-1 0 0,1 0 0,0 0 0,0 1 0,0-1 0,0 1 0,1-1 0,-1 1 0,0-1 0,0 1 0,1-1 0,-1 1 0,1 0 0,2-1 0,-4 1 0,0 1 0,1 0 0,-1 0 0,1 0 0,-1 0 0,1-1 0,-1 1 0,1 0 0,-1 0 0,1 0 0,-1 0 0,1 0 0,-1 0 0,0 0 0,1 0 0,-1 1 0,1-1 0,-1 0 0,1 0 0,-1 0 0,1 0 0,-1 1 0,0-1 0,1 0 0,-1 0 0,1 1 0,-1-1 0,0 0 0,1 1 0,-1 0 0,9 17 0,-4 23 0,-5-40 0,1 302 0,-5-188 0,12 117 0,4-152 0,3 0 0,45 134 0,-56-201 0,1 0 0,1-1 0,6 13 0,-11-24 0,0 1 0,0 0 0,0-1 0,0 1 0,0-1 0,1 0 0,-1 1 0,0-1 0,1 0 0,-1 1 0,1-1 0,0 0 0,2 1 0,-3-2 0,0 0 0,0 0 0,0 0 0,0 0 0,0 0 0,0 0 0,0 0 0,0-1 0,0 1 0,-1 0 0,1 0 0,0-1 0,0 1 0,0-1 0,0 1 0,-1-1 0,1 1 0,0-1 0,0 0 0,-1 1 0,1-1 0,0 0 0,-1 1 0,1-1 0,-1 0 0,1 0 0,-1 0 0,1 1 0,-1-1 0,1-1 0,4-10 0,-1-1 0,0 1 0,0-1 0,-1 0 0,-1 0 0,0 0 0,-1 0 0,0 0 0,-1-14 0,0-2 0,5-748 0,-8 466 0,1 205 0,2-60 0,-66 823-542,21 692 0,45-1303 542,-1-19 0,2 1 0,0-1 0,2 0 0,0 0 0,13 43 0,-15-69 7,-1 1 1,1 0 0,-1 0-1,1-1 1,0 1 0,-1 0 0,1-1-1,0 1 1,0-1 0,0 1-1,1-1 1,-1 0 0,0 1-1,0-1 1,1 0 0,-1 0 0,1 0-1,-1 0 1,1 0 0,-1 0-1,3 1 1,-2-2 13,-1 0 0,1 0-1,0 0 1,0 0 0,-1 0-1,1-1 1,0 1 0,0-1 0,-1 1-1,1-1 1,0 1 0,-1-1-1,1 0 1,-1 0 0,1 1 0,-1-1-1,3-2 1,3-3 47,-1 0 0,0-1-1,0 1 1,0-1 0,-1 0 0,0 0-1,5-11 1,11-29-68,-1 0 0,21-87 0,13-109 0,-34 143 0,117-582-1476,22-103 1037,-115 604 439,-41 174 870,-1 9-318,0 21-124,-3 40-387,1-62-17,13 742-24,-10-688 0,-2-33 0,0 0 0,1-1 0,8 35 0,-8-52 0,-1-1 0,1 1 0,0-1 0,0 1 0,0-1 0,0 0 0,0 0 0,1 0 0,3 3 0,-6-5 0,1 0 0,0-1 0,-1 1 0,1 0 0,0-1 0,-1 1 0,1-1 0,0 0 0,-1 1 0,1-1 0,0 1 0,0-1 0,0 0 0,-1 0 0,1 1 0,0-1 0,0 0 0,0 0 0,0 0 0,-1 0 0,1 0 0,0 0 0,0 0 0,0 0 0,0-1 0,-1 1 0,1 0 0,0 0 0,0-1 0,0 1 0,-1 0 0,1-1 0,0 1 0,0-1 0,-1 1 0,1-1 0,0 1 0,-1-1 0,1 0 0,-1 1 0,1-1 0,-1 0 0,1 1 0,-1-1 0,1 0 0,-1 1 0,1-2 0,3-9 0,-1 0 0,1 0 0,-2 0 0,0 0 0,0-1 0,-1 1 0,0 0 0,-1-1 0,0 1 0,-3-15 0,2-1 0,-38-538 0,-4-103 0,43 650 0,4-137 0,-3 147 0,0 1 0,1 0 0,0 0 0,0 0 0,1 0 0,0 1 0,0-1 0,1 1 0,5-8 0,45-53 0,-37 48 0,348-356-530,19 24-16,-377 345 546,8-8 0,496-405 0,-511 419 0,22-15 135,0 0 0,1 2 1,39-17-1,-56 28-109,0 0-1,0 0 1,0 0-1,0 1 0,0-1 1,1 2-1,-1-1 1,0 1-1,1 0 1,-1 0-1,0 0 1,1 1-1,-1 0 1,0 0-1,0 1 1,0 0-1,0 0 1,0 0-1,0 1 1,9 6-1,9 9-25,-2 1 0,0 1 0,-2 1 0,0 1 0,-1 1 0,-2 0 0,0 2 0,-1 0 0,-2 0 0,0 2 0,-2-1 0,-1 2 0,-1 0 0,6 30 0,-11-26 0,-1 1 0,-1-1 0,-2 1 0,-3 35 0,0-15 0,-3 39 0,-5 0 0,-30 127 0,38-210 0,-1-1 0,1 0 0,-1 0 0,-1-1 0,0 1 0,0-1 0,0 0 0,-1 0 0,0 0 0,0 0 0,-1-1 0,0 0 0,0 0 0,0 0 0,-1-1 0,-8 5 0,-11 6 0,-2-1 0,0-2 0,-32 12 0,-17 7 0,-43 32 0,3 4 0,-163 126 0,-190 196 0,422-349 0,-262 195 0,-18-26 0,128-66 0,132-91 0,-78 46 0,21-26 0,-230 95 0,327-156 0,-28 17 0,30-15 0,-38 16 0,22-14 0,1 2 0,1 1 0,1 2 0,1 2 0,1 2 0,1 1 0,1 2 0,2 1 0,1 2 0,-54 65 0,47-51 0,29-36 0,1 1 0,0 0 0,0 1 0,1 0 0,1 0 0,0 1 0,0 0 0,-8 21 0,-30 146 0,7-24 0,28-120 0,2 0 0,1 0 0,2 1 0,1 0 0,2 0 0,2 40 0,0-74 0,0-1 0,0 0 0,0 1 0,0-1 0,0 0 0,1 1 0,-1-1 0,0 0 0,0 1 0,1-1 0,-1 0 0,1 0 0,-1 1 0,1-1 0,0 0 0,0 0 0,-1 0 0,1 0 0,0 0 0,0 0 0,0 0 0,0 0 0,0 0 0,0 0 0,0 0 0,0-1 0,0 1 0,1 0 0,-1-1 0,0 1 0,0-1 0,1 0 0,-1 1 0,0-1 0,1 0 0,-1 0 0,0 1 0,1-1 0,-1 0 0,0 0 0,1-1 0,-1 1 0,0 0 0,1 0 0,-1-1 0,0 1 0,1-1 0,-1 1 0,0-1 0,0 1 0,0-1 0,2-1 0,6-3 0,0 0 0,-1 0 0,0-1 0,0 0 0,0 0 0,6-8 0,85-104 0,-65 75 0,74-73 0,53-10 0,-24 22 0,-102 75 0,-18 16 0,0-1 0,-1 0 0,-1-1 0,0 0 0,16-23 0,5-17 0,-31 49 0,-24 36 0,18-29 0,-38 63 0,-4-1 0,-100 113 0,106-136 0,29-28 0,-1-2 0,-1 1 0,0-1 0,0-1 0,-1 1 0,-1-2 0,-23 15 0,34-23 0,1 1 0,-1-1 0,1 0 0,0 0 0,-1 0 0,1 1 0,-1-1 0,1 0 0,-1 0 0,1 0 0,-1 0 0,0 0 0,1 0 0,-1 0 0,1 0 0,-1 0 0,1 0 0,-1 0 0,1 0 0,-1 0 0,1 0 0,-1-1 0,1 1 0,-1 0 0,1 0 0,-1 0 0,1-1 0,0 1 0,-1 0 0,0-1 0,0-16 0,13-23 0,-12 39 0,168-363 0,-128 284 0,171-291 0,-200 354 0,-14 22 0,-19 30 0,-35 76 0,11-18 0,-74 109 0,88-153 0,-20 28 0,50-75 0,1 0 0,-1-1 0,0 1 0,0 0 0,1-1 0,-1 0 0,0 1 0,0-1 0,0 0 0,-1 0 0,-1 1 0,4-2 0,-1 0 0,1 0 0,0 0 0,-1 0 0,1 0 0,-1 0 0,1 0 0,0 0 0,-1 0 0,1 0 0,-1 0 0,1 0 0,0 0 0,-1 0 0,1 0 0,0 0 0,-1 0 0,1-1 0,0 1 0,-1 0 0,1 0 0,0 0 0,-1-1 0,1 1 0,0 0 0,-1-1 0,-1-16 0,7-6 0,2 0 0,0 1 0,1 0 0,2 0 0,14-27 0,-16 34 0,446-810 0,-355 639 0,-85 162 0,-9 19 0,-6 14 0,-9 16 0,-52 92 0,-102 143 0,-99 96 0,39-55 0,183-244 0,5-10 0,3 3 0,1 0 0,-34 74 0,53-101 0,11-22 0,9-15 0,84-192 0,-41 87 0,127-242 0,-164 342 0,-8 14 0,-6 12 0,-20 41 0,-2-1 0,-41 64 0,10-19 0,-153 312 0,188-365 0,9-21 0,11-25 0,15-36 0,-14 37 0,33-69 0,2 2 0,4 2 0,58-78 0,-27 41 0,198-301 0,-257 392 0,-12 25 0,-15 36 0,-18 21 0,-3-1 0,-53 72 0,21-34 0,-290 481 0,345-564 0,6-7 0,-1-1 0,0-1 0,0 1 0,-1-1 0,-13 13 0,40-56 0,20-28 0,-3-1 0,50-123 0,3-6 0,-68 151 0,-10 16 0,2 0 0,1 1 0,0 0 0,22-24 0,-17 33 0,-19 14 0,1 0 0,-1 0 0,0 0 0,1-1 0,-1 1 0,0 0 0,1 0 0,-1 0 0,1 0 0,-1 0 0,0 0 0,1 0 0,-1 1 0,1-1 0,-1 0 0,0 0 0,1 0 0,-1 0 0,0 0 0,1 1 0,-1-1 0,0 0 0,1 0 0,-1 0 0,0 1 0,1-1 0,-1 0 0,0 1 0,0-1 0,1 0 0,0 3 0,-1-1 0,1 0 0,-1 0 0,1 1 0,-1-1 0,0 0 0,0 1 0,0-1 0,0 0 0,0 1 0,-1-1 0,1 0 0,-1 0 0,1 1 0,-2 2 0,-16 39 0,-1-1 0,-2-1 0,-53 79 0,-26 49 0,81-123 0,16-36 0,0-1 0,-1 0 0,-1 0 0,0-1 0,0 1 0,-1-1 0,-9 12 0,12-22 0,5-7 0,4-12 0,21-39 0,2 1 0,43-63 0,85-101 0,53-87 0,-197 286 0,-10 16 0,0 0 0,1 0 0,0 0 0,0 0 0,1 1 0,0 0 0,0 0 0,0 0 0,9-6 0,-14 11 0,0 1 0,1 0 0,-1 0 0,0 0 0,0 0 0,0-1 0,1 1 0,-1 0 0,0 0 0,0 0 0,1 0 0,-1 0 0,0 0 0,0 0 0,1 0 0,-1 0 0,0 0 0,1 0 0,-1 0 0,0 0 0,0 0 0,1 0 0,-1 0 0,0 0 0,0 0 0,1 0 0,-1 0 0,0 0 0,0 0 0,1 0 0,-1 1 0,0-1 0,0 0 0,1 0 0,-1 0 0,0 0 0,0 1 0,0-1 0,0 0 0,1 0 0,-1 0 0,0 1 0,0-1 0,0 1 0,2 16 0,-9 20 0,-7-1 0,-1-1 0,-37 62 0,-53 62 0,68-104 0,18-27 0,-66 91 0,69-98 0,-2-1 0,0 0 0,-29 23 0,43-40 0,1 0 0,-1 0 0,0-1 0,0 0 0,0 0 0,0 0 0,0 0 0,-9 2 0,11-4 0,1 0 0,0 1 0,0-1 0,-1 0 0,1-1 0,0 1 0,0 0 0,-1 0 0,1 0 0,0-1 0,0 1 0,0-1 0,-1 1 0,1-1 0,0 1 0,0-1 0,0 0 0,0 1 0,0-1 0,0 0 0,0 0 0,0 0 0,0 0 0,1 0 0,-1 0 0,0 0 0,0 0 0,1 0 0,-1 0 0,1 0 0,-1 0 0,1 0 0,-1-1 0,1 1 0,0-2 0,-4-16 0,1-1 0,1 0 0,1 0 0,1 0 0,1 0 0,4-28 0,-3 19 0,8-50 0,3 1 0,3 0 0,31-88 0,99-218 0,-33 150 0,-112 231 0,0 0 0,1 1 0,-1-1 0,1 1 0,0 0 0,-1 0 0,1-1 0,0 1 0,0 0 0,0 1 0,5-4 0,-7 5 0,0 0 0,0 0 0,1 0 0,-1 0 0,0 0 0,0-1 0,1 1 0,-1 0 0,0 1 0,0-1 0,1 0 0,-1 0 0,0 0 0,0 0 0,1 0 0,-1 0 0,0 0 0,0 0 0,1 0 0,-1 0 0,0 0 0,0 1 0,1-1 0,-1 0 0,0 0 0,0 0 0,0 1 0,0-1 0,1 0 0,-1 0 0,0 0 0,0 1 0,0-1 0,0 0 0,0 0 0,0 1 0,0-1 0,1 0 0,-1 1 0,0 24 0,-6 7 0,-1-1 0,-18 51 0,5-19 0,-391 1350-1071,396-1361 1067,4-4 4,8-33 0,-1 1 0,0-1 0,-8 17 0,15-61 896,37-113-841,70-164 0,-71 203-223,584-1351-1019,-545 1287 1187,-145 261 1424,-324 564-1649,-474 889-938,794-1430 1163,54-96 0,17-20 8,0-1-1,0 0 1,0 0-1,0 0 1,0 0-1,0 1 0,0-1 1,-1 0-1,1 0 1,0 0-1,0 0 1,0 1-1,0-1 0,-1 0 1,1 0-1,0 0 1,0 0-1,0 0 1,0 0-1,-1 0 1,1 0-1,0 0 0,0 0 1,0 0-1,-1 0 1,1 0-1,0 0 1,0 0-1,0 0 1,-1 0-1,1 0 0,0 0 1,0 0-1,0 0 1,-1 0-1,1 0 1,0 0-1,0 0 0,0 0 1,-1 0-1,1 0 1,0-1-1,0 1 1,0 0-1,0 0 1,0 0-1,-1 0 0,1 0 1,0-1-1,0 1 1,0 0-1,0 0 1,0 0-1,0 0 0,0-1 1,0 1-1,-1 0 1,1 0-1,0 0 1,0-1-1,0 1 1,0 0-1,0-1 0,0-15 642,3-10-601,1 0 0,2 0-1,0 0 1,2 1 0,11-26-1,64-125-91,-46 103 65,20-45-47,400-799-650,-457 915 681,1 0-1,0 0 1,0 1-1,0-1 1,0 0-1,0 0 1,0 1-1,0-1 1,1 1-1,-1-1 1,1 1-1,1-2 1,-3 4 0,1-1 1,-1 1-1,0-1 1,1 0-1,-1 1 0,0-1 1,1 1-1,-1-1 1,0 1-1,0-1 0,0 1 1,0-1-1,1 1 1,-1-1-1,0 1 1,0 0-1,0-1 0,0 1 1,0-1-1,0 1 1,0-1-1,0 1 0,0-1 1,-1 1-1,1-1 1,0 1-1,-11 57 375,-14 12-339,-2-1 0,-62 108 0,-23 55-47,103-209 6,2-8 0,1 1 0,1-1 0,-7 33 0,12-48 0,0 1 0,0-1 0,0 0 0,0 0 0,0 0 0,0 0 0,0 0 0,0 0 0,0 1 0,0-1 0,0 0 0,0 0 0,0 0 0,0 0 0,0 0 0,0 1 0,0-1 0,0 0 0,0 0 0,0 0 0,0 0 0,0 0 0,0 0 0,0 1 0,0-1 0,0 0 0,0 0 0,0 0 0,1 0 0,-1 0 0,0 0 0,0 0 0,0 0 0,0 0 0,0 1 0,0-1 0,0 0 0,1 0 0,-1 0 0,0 0 0,0 0 0,0 0 0,0 0 0,0 0 0,1 0 0,-1 0 0,0 0 0,0 0 0,9-5 0,9-9 0,0-6 0,0-1 0,-1-1 0,21-36 0,34-77 0,-12 19 0,-58 112 0,0 0 0,1 0 0,-1 0 0,1 0 0,0 0 0,0 0 0,0 1 0,0 0 0,0-1 0,1 1 0,-1 1 0,1-1 0,5-3 0,-8 6 0,-1 0 0,0 0 0,0 0 0,0 0 0,1 0 0,-1 0 0,0 0 0,0 0 0,0 0 0,1 0 0,-1 0 0,0 0 0,0 0 0,0 0 0,1 0 0,-1 0 0,0 1 0,0-1 0,0 0 0,1 0 0,-1 0 0,0 0 0,0 0 0,0 0 0,0 1 0,0-1 0,1 0 0,-1 0 0,0 0 0,0 0 0,0 1 0,0-1 0,0 0 0,0 0 0,0 0 0,0 1 0,0-1 0,0 0 0,0 0 0,0 1 0,0 13 0,-7 16 0,6-29 0,-19 54 0,-2-1 0,-3-2 0,-40 65 0,-8 15 0,62-110 0,-14 28 0,24-47 0,-1 0 0,0 0 0,0 0 0,0-1 0,-1 1 0,1-1 0,-1 1 0,1-1 0,-1 0 0,0 0 0,0 0 0,-3 1 0,6-3 0,0 1 0,0-1 0,0 0 0,0 0 0,0 0 0,-1 0 0,1 0 0,0 0 0,0 0 0,0 0 0,0 0 0,-1 0 0,1 0 0,0 0 0,0 0 0,0 0 0,0 0 0,0 0 0,-1 0 0,1 0 0,0 0 0,0 0 0,0 0 0,0 0 0,-1 0 0,1 0 0,0-1 0,0 1 0,0 0 0,0 0 0,0 0 0,0 0 0,-1 0 0,1 0 0,0 0 0,0-1 0,0 1 0,0 0 0,0 0 0,0 0 0,0 0 0,0 0 0,0-1 0,0 1 0,0 0 0,0 0 0,0 0 0,0 0 0,0-1 0,0 1 0,0 0 0,0 0 0,2-14 0,9-14 0,145-255 0,-103 176 0,-47 101 0,-5 12 0,-4 17 0,-20 31 0,-2-2 0,-3-1 0,-42 60 0,30-50 0,-47 97 0,52-68 0,-9 20 0,44-109 0,-1 1 0,1-1 0,0 0 0,-1 0 0,1 0 0,-1 0 0,1 0 0,-1 0 0,0 0 0,1 0 0,-1 0 0,0 0 0,0 0 0,0-1 0,1 1 0,-1 0 0,0 0 0,0-1 0,0 1 0,-1 0 0,2-3 0,0 0 0,1 0 0,-1 0 0,1 0 0,0 0 0,-1 0 0,1 0 0,0 0 0,0 0 0,0 0 0,3-2 0,299-430 0,-214 312 0,-20 26 0,283-366 0,-334 440 0,32-34 0,-45 51 0,0 1 0,0-1 0,0 1 0,1 0 0,0 1 0,0-1 0,11-4 0,-16 8 0,-1-1 0,1 1 0,0 0 0,-1 0 0,1-1 0,0 1 0,-1 0 0,1 0 0,0 0 0,0 0 0,-1 0 0,1 0 0,0 0 0,-1 0 0,1 0 0,0 0 0,0 1 0,-1-1 0,1 0 0,0 0 0,-1 1 0,1-1 0,0 0 0,-1 1 0,1-1 0,-1 1 0,2 0 0,-1 0 0,-1 1 0,1-1 0,0 1 0,0-1 0,-1 1 0,1-1 0,-1 1 0,0-1 0,1 1 0,-1 0 0,0-1 0,0 3 0,0 4 0,-1 0 0,1 0 0,-2 1 0,-1 8 0,-11 26 0,-35 74 0,38-93 0,-637 1497-1574,626-1465 1570,-18 46-4,-59 111 0,86-193 252,14-26 295,18-36 251,103-245-767,19-39-25,-15 92 2,-64 124 0,-60 105 0,19-31 0,-20 36 0,-1 0 0,0-1 0,0 1 0,1 0 0,-1-1 0,0 1 0,1 0 0,-1-1 0,0 1 0,1 0 0,-1-1 0,0 1 0,1 0 0,-1 0 0,1 0 0,-1-1 0,1 1 0,-1 0 0,0 0 0,1 0 0,-1 0 0,1 0 0,-1 0 0,1 0 0,0 0 0,0 0 0,-1 1 0,1 0 0,-1 0 0,1-1 0,-1 1 0,1 0 0,-1 0 0,0 0 0,1 0 0,-1 0 0,0-1 0,0 1 0,1 0 0,-1 0 0,0 0 0,0 0 0,0 0 0,0 2 0,0 5 0,-1 0 0,1 0 0,-1 0 0,-1 1 0,0-1 0,0 0 0,0-1 0,-7 14 0,-36 64 0,21-43 0,-64 128 0,-116 315 0,211-502 0,1-1 0,1 2 0,1-1 0,18-23 0,0-1 0,578-819 0,-496 729 0,-110 130 0,0 1 0,0 0 0,0-1 0,0 1 0,1 0 0,-1 0 0,0-1 0,0 1 0,0 0 0,0-1 0,1 1 0,-1 0 0,0 0 0,0 0 0,1-1 0,-1 1 0,0 0 0,0 0 0,1 0 0,-1-1 0,0 1 0,0 0 0,1 0 0,-1 0 0,0 0 0,1 0 0,-1 0 0,0 0 0,1 0 0,-1 0 0,0 0 0,1 0 0,-1 0 0,0 0 0,1 0 0,-1 0 0,0 0 0,1 0 0,-1 0 0,0 0 0,0 0 0,1 0 0,-1 1 0,0-1 0,1 0 0,-1 0 0,0 0 0,0 1 0,1-1 0,-1 0 0,0 0 0,0 1 0,0-1 0,1 0 0,-1 0 0,0 1 0,0-1 0,0 1 0,3 22 0,-4-5 0,-1-1 0,-1 1 0,0-1 0,-10 29 0,-34 73 0,28-73 0,-282 676-1262,168-405 1250,-15 15 12,-11 29 0,224-509 1372,56-142-1470,160-624-521,-246 746 593,-32 145 133,-1 1 1,-1-1-1,-1 0 1,-1 0 0,-5-30-1,6 53-107,0 0 0,0-1 0,0 1 0,0 0 0,0-1 0,0 1 0,0-1 0,0 1 0,0 0 0,0-1 0,0 1 0,0 0 0,-1-1 0,1 1 0,0 0 0,0-1 0,0 1 0,-1 0 0,1-1 0,0 1 0,0 0 0,-1-1 0,1 1 0,0 0 0,0 0 0,-1 0 0,1-1 0,0 1 0,-1 0 0,1 0 0,0 0 0,-1 0 0,1-1 0,0 1 0,-1 0 0,1 0 0,-1 0 0,1 0 0,0 0 0,-1 0 0,1 0 0,0 0 0,-1 0 0,1 0 0,-1 0 0,1 0 0,0 0 0,-1 1 0,1-1 0,0 0 0,-1 0 0,1 0 0,0 0 0,-1 1 0,1-1 0,0 0 0,-1 0 0,1 1 0,0-1 0,0 0 0,-1 0 0,1 1 0,0-1 0,0 0 0,0 1 0,-1 0 0,-17 23 0,-40 87 0,-51 135 0,38-63 0,-49 113 0,110-273 0,20-45 0,369-708-307,-12 25-91,-360 692 408,17-41-32,-23 52 29,0 0 0,0 0 0,-1 0-1,1-1 1,-1 1 0,1 0 0,-1 0 0,0-1-1,0 1 1,0 0 0,0-1 0,0 1 0,0 0-1,-1-1 1,1 1 0,-1 0 0,1 0-1,-3-4 1,3 5 11,-1 1-1,0-1 1,1 0-1,-1 1 1,0-1-1,1 1 1,-1 0-1,0-1 1,0 1-1,1 0 1,-1-1-1,0 1 1,0 0-1,0 0 1,0 0-1,1-1 1,-1 1-1,0 0 1,0 0-1,0 0 1,0 0-1,0 1 1,1-1-1,-1 0 1,0 0-1,0 0 0,0 1 1,1-1-1,-1 0 1,0 1-1,0-1 1,1 1-1,-1-1 1,-1 1-1,-24 21-41,-15 21 24,-67 91 0,43-49 0,-202 281 0,22 12 0,195-298 0,43-69 0,3-3 0,-1-1 0,0 1 0,0-1 0,0 0 0,-1-1 0,0 0 0,-8 7 0,14-12 0,-1-1 0,1 0 0,0 0 0,0 1 0,-1-1 0,1 0 0,0 0 0,0 0 0,0 0 0,-1 1 0,1-1 0,0 0 0,-1 0 0,1 0 0,0 0 0,0 0 0,-1 0 0,1 0 0,0 0 0,-1 0 0,1 0 0,0 0 0,0 0 0,-1 0 0,1 0 0,0 0 0,-1 0 0,1 0 0,0 0 0,0 0 0,-1 0 0,1-1 0,0 1 0,-1 0 0,1 0 0,0 0 0,0 0 0,0-1 0,-1 1 0,1 0 0,0 0 0,0 0 0,0-1 0,-1 1 0,1 0 0,0-1 0,-1-19 0,11-24 0,17-30 0,3 1 0,4 1 0,45-71 0,-60 108 0,760-1210-2066,-744 1193 2012,-17 23 51,1 1-1,2 1 1,1 1 0,45-43-1,-66 67 25,1 1-1,-1-1 1,1 1-1,-1-1 0,1 1 1,0 0-1,0 0 1,-1 0-1,1 0 0,0 0 1,0 0-1,0 0 1,0 1-1,0-1 0,1 1 1,-1-1-1,0 1 1,0 0-1,0 0 0,0 0 1,0 0-1,0 0 1,1 1-1,2 0 0,-4 0 32,1 1 0,-1-1 0,1 1-1,-1 0 1,0 0 0,0 0 0,1 0-1,-1 0 1,-1 0 0,1 0 0,0 0-1,0 0 1,-1 0 0,1 0-1,-1 0 1,0 1 0,0-1 0,1 0-1,-2 0 1,1 0 0,0 1 0,0-1-1,-1 3 1,-4 29 54,-1-1-1,-1-1 1,-23 64 0,-52 94-178,54-130 106,-34 77 11,-254 529-644,241-529 599,-90 193 0,162-323-32,-9 25 276,11-31-230,1-1 0,0 1 1,0 0-1,-1 0 0,1 0 0,-1 0 1,1 0-1,-1-1 0,1 1 0,-1 0 1,0 0-1,1-1 0,-1 1 1,0 0-1,1-1 0,-1 1 0,0-1 1,0 1-1,0-1 0,1 1 0,-1-1 1,0 0-1,-1 1 0,1-3-14,1 0 0,0 1 0,-1-1 0,1 0 0,0 0 0,0 0 0,0 0 0,0 0 0,1 0 0,-1 1 0,0-1 0,1 0 0,-1 0 0,1 0 0,0 1 0,0-3 0,0 1 0,209-605 0,-208 603 0,4-12 0,0 1 0,1 0 0,1 0 0,16-23 0,-17 33 0,-6 12 0,-6 16 0,-105 206 0,0 1 0,85-183 0,28-58 0,2 0 0,0 1 0,0-1 0,11-16 0,3-4 0,303-529 0,-96 173 0,-221 378 0,-3 7 0,0-1 0,0 0 0,0 1 0,0-1 0,1 1 0,-1 0 0,1 0 0,0 0 0,0 0 0,4-3 0,-7 6 0,0 0 0,1-1 0,-1 1 0,0 0 0,0 0 0,1 0 0,-1 0 0,0 0 0,1 0 0,-1 0 0,0 0 0,0 0 0,1 0 0,-1 0 0,0 0 0,1 0 0,-1 0 0,0 0 0,0 0 0,1 0 0,-1 0 0,0 1 0,0-1 0,1 0 0,-1 0 0,0 0 0,0 0 0,1 1 0,-1-1 0,0 0 0,0 0 0,0 0 0,1 1 0,-1-1 0,0 0 0,0 0 0,0 1 0,0-1 0,0 0 0,1 0 0,-1 1 0,0-1 0,0 0 0,0 1 0,0-1 0,0 1 0,2 16 0,-3 2 0,-1 0 0,-1 0 0,-1 0 0,0 0 0,-8 21 0,-41 93 0,39-101 0,-53 115 0,-20 49 0,33-18 0,176-439 0,-66 131 0,165-340 0,-221 468 0,1 1 0,-1 0 0,1 0 0,-1-1 0,1 1 0,0 0 0,0 0 0,-1 0 0,1 0 0,0 0 0,0 0 0,0 0 0,0 0 0,0 0 0,0 1 0,1-1 0,1-1 0,-2 3 0,-1 0 0,0 0 0,1 1 0,-1-1 0,0 0 0,0 0 0,0 0 0,0 1 0,0-1 0,0 0 0,0 0 0,0 0 0,0 0 0,0 1 0,-1-1 0,1 0 0,-1 0 0,1 0 0,-1 0 0,0 2 0,-23 58 0,-3 0 0,-58 96 0,8-18 0,75-134 0,-1 0 0,0 0 0,0 0 0,0-1 0,-7 7 0,10-10 0,0-1 0,0 0 0,0 0 0,0 0 0,0 0 0,0 0 0,-1 0 0,1 1 0,0-1 0,0 0 0,0 0 0,0 0 0,0 0 0,-1 0 0,1 0 0,0 0 0,0 0 0,0 0 0,0 0 0,-1 0 0,1 0 0,0 0 0,0 0 0,0 0 0,0 0 0,-1 0 0,1 0 0,0 0 0,0 0 0,0 0 0,0 0 0,-1 0 0,1 0 0,0 0 0,0 0 0,0 0 0,0 0 0,0 0 0,-1 0 0,1 0 0,0-1 0,0 1 0,0 0 0,0 0 0,0 0 0,0 0 0,-1 0 0,1-1 0,0 1 0,0 0 0,0 0 0,0 0 0,0 0 0,0-1 0,2-25 0,18-59 0,57-147 0,-50 156 0,80-235-62,113-296-458,-195 559 519,-20 44 1,-13 28 0,-211 433 532,174-369-481,-5 11-51,-92 136 0,139-231 0,0 0 0,0-1 0,0 1 0,-1-1 0,1 0 0,-1 0 0,-7 4 0,11-6 0,-1-1 0,1 0 0,-1 0 0,1 1 0,-1-1 0,1 0 0,-1 0 0,1 0 0,-1 0 0,1 1 0,-1-1 0,1 0 0,-1 0 0,1 0 0,-1 0 0,0 0 0,1 0 0,-1-1 0,1 1 0,-1 0 0,1 0 0,-1 0 0,1 0 0,-1-1 0,1 1 0,-1 0 0,0-1 0,1 0 0,-1 0 0,0-1 0,1 1 0,-1 0 0,1-1 0,0 1 0,-1 0 0,1-1 0,0 1 0,0-1 0,0 1 0,0 0 0,0-1 0,0 1 0,0-1 0,1-1 0,4-25 0,2 1 0,0 0 0,2 0 0,18-35 0,-1-3 0,101-325 0,-104 315 0,66-175 0,-73 221 0,-9 26 0,-7 21 0,-8 9 0,0 0 0,-2 0 0,-1 0 0,-1-1 0,-27 42 0,19-33 0,-500 954-1092,440-833 1063,64-125 25,-34 67-13,-72 107 0,121-204 39,0 1-1,0-1 1,0 1 0,0-1-1,0 0 1,0 1-1,0-1 1,-1 0 0,1 0-1,0 0 1,-1 0-1,1 0 1,-1 0 0,-1 1-1,2-3 4,1 0 0,0 0 0,0 0 0,-1 0 0,1 0 1,0 0-1,0 0 0,0 0 0,0 0 0,0 0 0,0-1 0,0 1 0,1 0 0,-1 0 0,0 0 0,0 0 0,1 0 0,-1 0 0,1 0 0,-1 0 1,1 0-1,-1 1 0,2-2 0,19-43 50,2 1 1,46-65-1,-25 42-68,-38 58-7,188-292 0,24 17 0,-213 277 0,-1 3 0,-1-1 0,1 1 0,0 0 0,0 0 0,1 0 0,-1 1 0,1 0 0,6-4 0,-10 6 0,-1 1 0,1 0 0,-1 0 0,1 0 0,-1 0 0,1 0 0,-1 0 0,1-1 0,-1 1 0,1 0 0,-1 0 0,1 1 0,-1-1 0,1 0 0,-1 0 0,1 0 0,-1 0 0,1 0 0,-1 0 0,1 1 0,-1-1 0,1 0 0,-1 1 0,0-1 0,1 0 0,-1 0 0,1 1 0,-1-1 0,0 1 0,1-1 0,-1 1 0,7 20 0,-8 25 0,-4-8 0,-2 0 0,-2-1 0,-14 37 0,-48 110 0,50-132 0,-27 68 0,-121 212 0,164-323 0,-1 1 0,-1-1 0,-12 14 0,19-23 0,0 0 0,0 0 0,0 0 0,0 0 0,0 0 0,0 0 0,0-1 0,0 1 0,0 0 0,0 0 0,0 0 0,0 0 0,0 0 0,0 0 0,0 0 0,0 0 0,0 0 0,0 0 0,-1 0 0,1-1 0,0 1 0,0 0 0,0 0 0,0 0 0,0 0 0,0 0 0,0 0 0,0 0 0,0 0 0,0 0 0,0 0 0,0 0 0,0 0 0,-1 0 0,1 0 0,0 0 0,0 0 0,0 0 0,0 0 0,0 0 0,0 0 0,0 0 0,0 0 0,0 0 0,0 0 0,-1 0 0,1 0 0,0 0 0,0 0 0,0 0 0,0 0 0,0 0 0,0 0 0,0 0 0,0 0 0,0 0 0,0 0 0,0 0 0,0 1 0,-1-1 0,4-14 0,9-17 0,266-617 0,-206 487 0,56-73 0,-126 230 0,-2 4 0,0-1 0,1 0 0,-1 1 0,0-1 0,1 0 0,-1 1 0,0-1 0,1 0 0,-1 1 0,1-1 0,-1 1 0,1-1 0,-1 1 0,1-1 0,-1 1 0,1-1 0,0 1 0,-1 0 0,1-1 0,0 1 0,-1 0 0,2-1 0,1 14 0,-9 29 0,-3-2 0,-2-1 0,-31 72 0,-46 70 0,79-162 0,-188 332 0,8-13 0,179-318 0,0 0 0,-2-1 0,0 0 0,-29 34 0,33-49 0,9-14 0,12-24 0,-11 26 0,98-231 0,-19 49 0,-47 110 0,-13 32 0,-2-1 0,18-67 0,-36 113 0,0-1 0,-1 0 0,1 0 0,-1 0 0,0 0 0,0 0 0,0 0 0,-1-4 0,1 7 0,0 1 0,0 0 0,0-1 0,0 1 0,0 0 0,0 0 0,-1-1 0,1 1 0,0 0 0,0 0 0,0-1 0,-1 1 0,1 0 0,0 0 0,0 0 0,0-1 0,-1 1 0,1 0 0,0 0 0,-1 0 0,1 0 0,0-1 0,0 1 0,-1 0 0,1 0 0,0 0 0,-1 0 0,1 0 0,0 0 0,0 0 0,-1 0 0,1 0 0,0 0 0,-1 0 0,1 0 0,-1 0 0,-18 14 0,-1 8 0,2 0 0,0 0 0,-19 36 0,-39 82 0,50-90 0,-86 172 0,-73 134 0,122-224 0,62-132 0,1 1 0,0-1 0,0 1 0,0-1 0,-1 1 0,1-1 0,0 1 0,0-1 0,-1 0 0,1 1 0,0-1 0,-1 1 0,1-1 0,-1 0 0,1 1 0,-1-1 0,1 0 0,0 1 0,-1-1 0,1 0 0,-1 0 0,1 1 0,-2-1 0,-2-10 0,5-22 0,9-12 0,2 2 0,32-77 0,52-80 0,-63 133 0,487-915 0,-414 803 0,-88 157 0,-18 21 0,0 0 0,0 1 0,0-1 0,0 0 0,0 0 0,0 1 0,0-1 0,0 0 0,0 0 0,0 1 0,0-1 0,0 0 0,0 0 0,0 1 0,1-1 0,-1 0 0,0 0 0,0 0 0,0 1 0,0-1 0,1 0 0,-1 0 0,0 0 0,0 0 0,0 0 0,1 1 0,-1-1 0,0 0 0,0 0 0,1 0 0,-1 0 0,0 0 0,0 0 0,1 0 0,-1 0 0,0 0 0,0 0 0,1 0 0,-1 0 0,0 0 0,0 0 0,1 0 0,-1 0 0,0 0 0,0 0 0,1 0 0,-1 0 0,0 0 0,0 0 0,1-1 0,-1 1 0,0 0 0,1 0 0,-5 13 0,0 0 0,0-1 0,-1 1 0,-1-1 0,-10 18 0,-1 1 0,-76 161 0,-81 152 0,-256 451-2412,333-612 1545,-96 184 316,-158 291 281,336-633 252,4-4 97,-1-1 1,-22 29-1,34-48-32,-1-1 0,1 1-1,-1 0 1,0 0 0,0 0 0,1 0 0,-1-1 0,0 1 0,0 0-1,0-1 1,0 1 0,0-1 0,0 1 0,0-1 0,0 1 0,-2-1-1,3 0-21,0 0 0,-1 0 0,1 0 0,0-1 0,-1 1 0,1 0 0,0 0 0,-1-1 0,1 1 0,0 0-1,-1 0 1,1-1 0,0 1 0,0 0 0,0-1 0,-1 1 0,1 0 0,0-1 0,0 1 0,0-1-1,0 1 1,0 0 0,0-1 0,0 1 0,0-1 0,-1 1 0,1 0 0,1-1 0,3-38 1396,18-33-924,54-122 0,51-61-589,-112 225 130,384-653-1155,44 29 1096,-378 562 21,87-93 0,-151 184 36,0-1 1,1 1 0,-1 0 0,0-1-1,0 1 1,1 0 0,-1 0 0,1 0-1,-1 0 1,1 0 0,-1 0 0,1 0-1,0 1 1,-1-1 0,4 0 0,-5 1-24,1 0 1,-1 0 0,1 1 0,-1-1 0,1 0-1,-1 0 1,1 1 0,-1-1 0,1 0 0,-1 1-1,1-1 1,-1 1 0,0-1 0,1 1-1,-1-1 1,0 0 0,1 1 0,-1-1 0,0 1-1,0 0 1,1-1 0,-1 1 0,0-1 0,0 1-1,0-1 1,0 1 0,0-1 0,0 1 0,0-1-1,0 2 1,0 6 7,0-1-1,-1 1 1,1 0-1,-2 0 1,-3 12-1,-12 26-20,-2-1 0,-2 0 0,-1-2 0,-35 48 0,17-25 0,-603 1094-1755,316-552 1090,-45 52-7,353-625 672,-13 20 0,32-54 55,0-1-1,-1 1 1,1 0-1,-1 0 1,1-1-1,-1 1 1,1 0-1,-1 0 1,1-1-1,-1 1 0,0-1 1,1 1-1,-1-1 1,0 1-1,1-1 1,-1 1-1,0-1 1,0 1-1,1-1 1,-1 0-1,0 0 0,0 1 1,0-1-1,0 0 1,0 0-1,-1 0 1,1 0 0,0-1 0,1 0 0,-1 0-1,0 0 1,1 1 0,-1-1 0,1 0 0,-1 0 0,1 0 0,-1 0 0,1 0 0,0 0 0,-1 0 0,1 0 0,0 0 0,0 0 0,0 0 0,0-1 0,-1-7 60,0 0 1,1-1-1,1 1 1,0-9-1,28-85-115,-23 82 0,110-301 0,15 16-757,70-138-2271,432-891-1429,49 8 1863,-667 1299 2623,94-163 343,-84 157 1450,-25 34-1789,0 0 0,0-1 0,0 1 0,0 0-1,0 0 1,0 0 0,0-1 0,1 1-1,-1 0 1,0 0 0,0-1 0,0 1-1,0 0 1,1 0 0,-1 0 0,0 0-1,0 0 1,1-1 0,-1 1 0,0 0 0,0 0-1,0 0 1,1 0 0,-1 0 0,0 0-1,0 0 1,1 0 0,-1 0 0,0 0-1,1 0 1,-1 0 0,0 0 0,0 0-1,1 0 1,-1 0 0,0 0 0,0 0 0,1 0-1,-1 0 1,0 0 0,0 0 0,0 1-1,1-1 1,-1 0 0,0 0 0,0 0-1,0 0 1,1 1 0,-1-1 0,0 0-1,0 0 1,0 0 0,0 1 0,1-1 0,-1 0-1,0 0 1,0 0 0,0 1 0,0-1-1,1 17 2422,-1-16-2259,-2 27 805,-2-1 0,0 0 0,-15 47 0,-37 80-1002,-172 312-318,129-278-415,-232 508-1075,67-133 1412,254-540 413,7-16 171,0-1 0,0 1 0,-1 0 0,-6 7 0,10-14-167,0 0-1,1 0 0,-1 0 0,0 0 1,0 0-1,0-1 0,0 1 1,0 0-1,0 0 0,0 0 1,0 0-1,0 0 0,0 0 1,0 0-1,0 0 0,0 0 1,0-1-1,0 1 0,0 0 1,0 0-1,-1 0 0,1 0 0,0 0 1,0 0-1,0 0 0,0 0 1,0 0-1,0 0 0,0 0 1,0-1-1,0 1 0,0 0 1,0 0-1,0 0 0,0 0 1,0 0-1,0 0 0,-1 0 1,1 0-1,0 0 0,0 0 1,0 0-1,0 0 0,0 0 0,0 0 1,0 0-1,0 0 0,0 0 1,0 0-1,-1 0 0,1 0 1,4-12 737,99-163-142,-42 78-619,177-278 5,-166 273 0,135-144 0,-176 210 0,-19 22 0,0 1 0,23-20 0,-35 33 0,0 0 0,0 0 0,0 0 0,1-1 0,-1 1 0,0 0 0,0 0 0,0 0 0,1-1 0,-1 1 0,0 0 0,0 0 0,1 0 0,-1 0 0,0 0 0,0 0 0,1 0 0,-1-1 0,0 1 0,0 0 0,1 0 0,-1 0 0,0 0 0,0 0 0,1 0 0,-1 0 0,0 0 0,0 0 0,1 0 0,-1 1 0,0-1 0,0 0 0,1 0 0,-1 0 0,0 0 0,1 10 0,-10 16 0,-16 23 0,-58 82 0,39-65 0,14-20 0,-247 418 0,271-451 0,-6 11 0,-1-1 0,-24 35 0,37-57 0,-1-1 0,1 1 0,0-1 0,0 1 0,0-1 0,-1 1 0,1-1 0,0 1 0,-1-1 0,1 0 0,0 1 0,-1-1 0,1 0 0,0 1 0,-1-1 0,1 0 0,-1 1 0,1-1 0,-1 0 0,1 0 0,-1 1 0,1-1 0,-1 0 0,1 0 0,-1 0 0,1 0 0,-1 0 0,1 0 0,-1 0 0,1 0 0,-1 0 0,1 0 0,-1 0 0,1 0 0,-1 0 0,1 0 0,-1 0 0,0-1 0,0 0 0,0-1 0,1 1 0,-1 0 0,1-1 0,-1 1 0,1 0 0,-1-1 0,1 1 0,0-1 0,0 1 0,-1-1 0,1 1 0,1-3 0,0-15 0,1 0 0,0 1 0,2-1 0,10-32 0,35-74 0,-41 104 0,23-48 0,55-91 0,53-57 0,-49 80 0,-84 128 0,33-47 0,-37 53 0,1-1 0,0 1 0,0 0 0,0 1 0,0-1 0,0 0 0,1 1 0,-1 0 0,1 0 0,-1 0 0,1 0 0,8-2 0,-12 4 0,1-1 0,0 1 0,0 0 0,-1 0 0,1 0 0,0 0 0,0 0 0,-1 0 0,1 0 0,0 0 0,0 1 0,-1-1 0,1 0 0,0 0 0,-1 1 0,1-1 0,0 0 0,-1 1 0,1-1 0,0 1 0,-1-1 0,1 0 0,-1 1 0,1 0 0,-1-1 0,1 1 0,0 0 0,5 23 0,-6-15 0,0 0 0,-1 1 0,-3 15 0,-8 13 0,-2 0 0,-1-1 0,-25 46 0,-8 15 0,-92 232 0,383-824-4,-145 302-291,439-862-1519,-531 1041 1814,4-6 0,0 0 0,19-26 0,-29 44-1,0 1 1,1-1 0,-1 1-1,0-1 1,0 1 0,1-1-1,-1 1 1,0-1 0,1 1-1,-1 0 1,0-1 0,1 1-1,-1 0 1,1-1 0,-1 1-1,1 0 1,-1-1 0,1 1-1,-1 0 1,1 0 0,-1 0-1,1 0 1,-1-1 0,1 1-1,-1 0 1,1 0 0,-1 0-1,2 0 1,-1 15 304,-5 4 14,-1-1 0,-1 0 0,0 0 0,-18 33 0,7-16-147,-756 1689-1475,745-1661 1304,12-25 0,-2 0 0,-41 65 0,46-90-28,12-13 27,1 0 0,0 0 0,0 0 0,-1-1 1,1 1-1,0 0 0,0 0 0,-1 0 0,1-1 0,0 1 0,0 0 0,0 0 1,-1-1-1,1 1 0,0 0 0,0 0 0,0-1 0,0 1 0,0 0 1,0-1-1,0 1 0,0 0 0,0-1 0,0 1 0,0 0 0,0 0 1,0-1-1,0 1 0,0 0 0,0-1 0,0 1 0,0-1 0,7-36 285,43-108-147,85-176 0,96-128-193,-164 322 47,-33 62 9,515-915 0,-414 782 0,-115 176 0,-20 22 2,0-1 1,1 1 0,-1 0 0,0 0 0,0 0 0,0 0 0,0-1 0,0 1 0,0 0 0,1 0 0,-1 0 0,0 0 0,0 0 0,0 0 0,0 0 0,1-1 0,-1 1 0,0 0 0,0 0 0,0 0 0,1 0 0,-1 0 0,0 0-1,0 0 1,0 0 0,1 0 0,-1 0 0,0 0 0,0 0 0,0 0 0,1 0 0,-1 0 0,0 0 0,0 0 0,0 0 0,1 1 0,-1-1 0,0 0 0,0 0 0,0 0 0,0 0 0,1 0 0,-1 0 0,0 0 0,0 1-1,0-1 1,0 0 0,1 0 0,-2 14 316,-9 16 144,-259 600-463,50-118 0,216-506 0,-2 9 0,-2 0 0,0-1 0,-14 22 0,20-35 0,0 0 0,1 0 0,-1 0 0,0 0 0,1 0 0,-1 0 0,0-1 0,0 1 0,0 0 0,0-1 0,0 1 0,0 0 0,0-1 0,0 1 0,0-1 0,0 0 0,0 1 0,-2-1 0,2 0 0,1 0 0,-1 0 0,1 0 0,-1-1 0,0 1 0,1 0 0,-1 0 0,1-1 0,-1 1 0,0 0 0,1-1 0,-1 1 0,1-1 0,-1 1 0,1-1 0,0 1 0,-1-1 0,1 1 0,-1-1 0,1 1 0,0-1 0,-1-1 0,-1-2 0,1-1 0,-1 0 0,1 0 0,0 0 0,1 1 0,-1-11 0,3-43 0,10-59 0,3-34 0,-15 135 0,0 0 0,2 0 0,0 0 0,1 1 0,7-25 0,-10 40 0,0 0 0,0 0 0,0 0 0,0 0 0,0-1 0,0 1 0,0 0 0,0 0 0,0 0 0,0 0 0,0 0 0,0 0 0,0 0 0,0-1 0,0 1 0,0 0 0,0 0 0,0 0 0,0 0 0,0 0 0,0 0 0,0 0 0,0 0 0,0 0 0,0 0 0,0-1 0,0 1 0,0 0 0,1 0 0,-1 0 0,0 0 0,0 0 0,0 0 0,0 0 0,0 0 0,0 0 0,0 0 0,0 0 0,0 0 0,1 0 0,-1 0 0,0 0 0,0 0 0,0 0 0,0 0 0,0 0 0,0 0 0,0 0 0,0 0 0,1 0 0,-1 0 0,0 0 0,0 0 0,0 0 0,0 0 0,0 0 0,0 0 0,0 0 0,0 0 0,0 0 0,1 0 0,-1 0 0,0 0 0,0 1 0,0-1 0,0 0 0,0 0 0,0 0 0,0 0 0,3 12 0,0 17 0,-3-12 0,-1 0 0,-1-1 0,-1 1 0,0-1 0,-1 0 0,-1 0 0,0 0 0,-10 20 0,-11 15 0,-34 50 0,47-80 0,6-12 0,-1 1 0,0-2 0,-1 1 0,0-1 0,0 0 0,-1-1 0,1 0 0,-2-1 0,-13 8 0,-40 27 0,52-33 0,1 0 0,-1-1 0,-19 8 0,19-10 0,1 0 0,0 1 0,1 1 0,-20 14 0,1 2 0,21-16 0,0-1 0,0 1 0,-12 14 0,11-11 0,2 0 0,0-1 0,-1 0 0,-1-1 0,-18 15 0,23-19 0,0-1 0,0 1 0,1-1 0,-1 1 0,1 0 0,0 1 0,0-1 0,0 0 0,1 1 0,0 0 0,0-1 0,0 1 0,0 0 0,1 0 0,-1 0 0,1 0 0,0 8 0,-1 12 0,1-1 0,4 39 0,-1-20 0,0 26 0,-3-1 0,-3 1 0,-24 129 0,-39 44 0,61-214 0,-3 46 0,7-42 0,-8 34 0,7-52 0,2-7 0,0 1 0,-1-1 0,0 0 0,0 1 0,-4 6 0,6-13 0,-1 0 0,1 0 0,0-1 0,-1 1 0,1 0 0,-1-1 0,0 1 0,1 0 0,-1-1 0,1 1 0,-1-1 0,0 1 0,0-1 0,1 1 0,-1-1 0,0 1 0,0-1 0,1 0 0,-1 0 0,-2 1 0,2-1 0,0 0 0,-1-1 0,1 1 0,0 0 0,-1-1 0,1 1 0,0-1 0,0 1 0,-1-1 0,1 0 0,0 1 0,0-1 0,0 0 0,0 0 0,0 0 0,0 0 0,-1-1 0,-4-6 0,0 0 0,1 0 0,1-1 0,-1 0 0,1 1 0,1-1 0,0-1 0,0 1 0,-3-19 0,-6-17 0,7 30 0,-143-470 0,124 385 0,4 0 0,-13-202 0,33 294 0,-3-266 0,5 214 0,3 1 0,20-93 0,11 41 0,-25 81 0,-1 0 0,12-57 0,-18 63 0,2 0 0,10-27 0,5-18 0,2-14 0,46-106 0,49-76 0,-107 242 0,2-2 0,2 0 0,0 2 0,2 0 0,0 0 0,1 2 0,2 0 0,0 1 0,1 1 0,42-29 0,6 3 0,1 4 0,84-37 0,2 7 0,3 6 0,293-76 0,-383 127 0,0 3 0,0 4 0,1 2 0,0 3 0,80 9 0,-122-3 0,0 0 0,0 2 0,-1 1 0,1 1 0,26 13 0,128 68 0,-24-11 0,77 42 0,-225-115 0,201 127 0,-61-36 0,53 22 0,174 111 0,-317-191 0,1-4 0,1-2 0,2-2 0,1-4 0,83 23 0,-104-34 0,70 35 0,-73-30 0,78 26 0,-102-41 0,-1 1 0,0 0 0,0 2 0,0 0 0,-1 0 0,0 1 0,22 19 0,-31-23 0,-1 0 0,1 0 0,0 1 0,-1 0 0,0 0 0,-1 0 0,0 1 0,1-1 0,-2 1 0,1 0 0,-1 0 0,0 1 0,-1-1 0,0 0 0,0 1 0,0 0 0,-1-1 0,0 1 0,-1 8 0,0-14 0,0 1 0,0-1 0,0 0 0,0 1 0,-1-1 0,1 0 0,-1 1 0,0-1 0,0 0 0,0 0 0,0 0 0,0 0 0,0 0 0,0 0 0,-1 0 0,1 0 0,-1 0 0,1-1 0,-1 1 0,0-1 0,0 1 0,0-1 0,0 1 0,0-1 0,0 0 0,0 0 0,0 0 0,0 0 0,0-1 0,-1 1 0,1 0 0,0-1 0,0 0 0,-1 1 0,1-1 0,-4 0 0,-8-1 0,0 0 0,0 0 0,0-1 0,-24-7 0,28 6 0,-52-10 0,-1 2 0,-94-3 0,-129 13 0,145 3 0,118-1 0,0 2 0,0 1 0,0 1 0,1 1 0,0 1 0,-36 16 0,-28 8 0,-113 49 0,15-4 0,137-58 0,1 2 0,-66 40 0,61-31 0,-68 27 0,79-38 0,2 2 0,-57 38 0,30-17 0,32-21 0,0 1 0,0-2 0,0-2 0,-71 27 0,-166 15 0,57-16 0,156-30 0,-2-2 0,1-2 0,-1-4 0,-71-1 0,87-5 0,0 2 0,0 2 0,1 2 0,-1 1 0,-42 13 0,29-3 0,-8 2 0,-101 42 0,140-50 0,0-2 0,0 0 0,-33 4 0,-28 9 0,53-12 0,-65 12 0,86-20 0,-1 0 0,0 0 0,0-1 0,0-1 0,1 0 0,-1 0 0,0-2 0,-15-4 0,23 5 0,1 0 0,-1 0 0,1-1 0,0 1 0,0-1 0,0 0 0,0 0 0,1-1 0,-1 1 0,1-1 0,0 0 0,0 0 0,0 0 0,0 0 0,-2-6 0,-4-9 0,1-1 0,-8-27 0,2 3 0,-1 2 0,8 23 0,1 0 0,-2 1 0,-1-1 0,-11-18 0,17 33 0,-1-1 0,1 1 0,-1-1 0,0 1 0,0 0 0,0 1 0,-1-1 0,1 1 0,-1-1 0,0 2 0,0-1 0,0 0 0,0 1 0,0 0 0,-1 0 0,1 0 0,-1 1 0,1 0 0,-7-1 0,-38 0 0,-50 4 0,42 0 0,709-2 0,-646 0 0,1 1 0,0-2 0,0 1 0,0 0 0,0-1 0,-1 0 0,1-1 0,0 1 0,-1-1 0,1 0 0,-1 0 0,7-4 0,-12 6 0,0 0 0,0 0 0,0-1 0,0 1 0,0 0 0,0 0 0,0 0 0,0 0 0,0 0 0,1 0 0,-1 0 0,0 0 0,0 0 0,0 0 0,0-1 0,0 1 0,0 0 0,0 0 0,0 0 0,0 0 0,0 0 0,0 0 0,0 0 0,0 0 0,0-1 0,0 1 0,0 0 0,0 0 0,0 0 0,0 0 0,0 0 0,0 0 0,-1 0 0,1 0 0,0 0 0,0-1 0,0 1 0,0 0 0,0 0 0,0 0 0,0 0 0,0 0 0,0 0 0,0 0 0,0 0 0,0 0 0,-1 0 0,1 0 0,0 0 0,0 0 0,0 0 0,0 0 0,0 0 0,0 0 0,0 0 0,0 0 0,0 0 0,-1 0 0,1 0 0,0 0 0,-12-2 0,-12 2 0,-66 21 0,60-13 0,-37 6 0,21-10 0,-1-2 0,0-2 0,0-2 0,0-2 0,1-2 0,0-2 0,-75-24 0,5 1 0,-110-37 0,223 67 0,0 0 0,0 0 0,0 0 0,0 0 0,1-1 0,-1 1 0,0-1 0,1 1 0,-1-1 0,1 0 0,0 0 0,-1-1 0,1 1 0,0 0 0,1-1 0,-1 1 0,0-1 0,1 1 0,-3-5 0,4 4 0,0 1 0,0-1 0,0 1 0,0-1 0,0 0 0,0 1 0,1-1 0,-1 1 0,1-1 0,0 1 0,0-1 0,0 1 0,0 0 0,0-1 0,1 1 0,-1 0 0,0 0 0,1 0 0,0 0 0,-1 0 0,1 0 0,0 0 0,3-1 0,8-8 0,-1 2 0,2 0 0,-1 0 0,1 1 0,24-10 0,79-24 0,-111 40 0,408-110 0,9 27 0,-227 46 0,84 0 0,-276 39 0,1-1 0,-1 0 0,1 0 0,-1 0 0,1 0 0,-1 0 0,0-1 0,0 0 0,1 0 0,-1 0 0,-1-1 0,1 1 0,0-1 0,-1 0 0,1 0 0,-1 0 0,0 0 0,5-7 0,-6 6 0,0 1 0,0-1 0,-1 1 0,0-1 0,1 0 0,-1 0 0,-1 0 0,1 0 0,-1 0 0,1 0 0,-1 0 0,0 0 0,0 0 0,-1 0 0,1 0 0,-1 0 0,0 0 0,0 1 0,-1-1 0,1 0 0,-3-5 0,-9-13 0,0 0 0,-1 1 0,-31-36 0,-3-2 0,-83-138 0,107 154 0,1 0 0,-29-85 0,50 122 0,-1 0 0,1 0 0,-1 0 0,0 1 0,0-1 0,-6-6 0,8 11 0,0 0 0,1 0 0,-1 1 0,1-1 0,-1 0 0,0 1 0,1-1 0,-1 0 0,0 1 0,0-1 0,0 1 0,0-1 0,1 1 0,-1 0 0,0-1 0,0 1 0,0 0 0,0-1 0,0 1 0,0 0 0,0 0 0,0 0 0,0 0 0,0 0 0,0 0 0,0 0 0,0 0 0,0 1 0,1-1 0,-1 0 0,0 1 0,0-1 0,0 0 0,0 1 0,0-1 0,0 1 0,1-1 0,-1 1 0,0-1 0,0 1 0,1 0 0,-1 0 0,0-1 0,1 1 0,-1 0 0,1 0 0,-1-1 0,1 1 0,-1 0 0,1 1 0,-7 10 0,1 1 0,0-1 0,1 1 0,1 0 0,0 0 0,1 0 0,-4 27 0,0 102 0,6-103 0,-1 520 0,4-248 0,-9-319 0,-2-10 0,-68-180 0,-118-255 0,155 377 0,-59-123 0,80 167 0,19 32 0,0 0 0,0 0 0,0-1 0,-1 1 0,1 0 0,0 0 0,0 0 0,0-1 0,-1 1 0,1 0 0,0 0 0,-1 0 0,1 0 0,0-1 0,0 1 0,-1 0 0,1 0 0,0 0 0,-1 0 0,1 0 0,0 0 0,-1 0 0,1 0 0,0 0 0,0 0 0,-1 0 0,1 0 0,0 0 0,-1 0 0,1 0 0,0 1 0,-1-1 0,-6 18 0,2 36 0,3 0 0,4 62 0,0-28 0,0 367 0,-2-496 0,-10-282 0,-43-160 0,17 160 0,22 84 0,-16 307 0,13 3 0,4 1 0,2 0 0,-2 99 0,7-71 0,-66 652 0,72-746 0,-1 0 0,0-1 0,0 1 0,-1 0 0,1 0 0,-1-1 0,-5 9 0,7-13 0,-1 1 0,0-1 0,0 0 0,0 0 0,0 0 0,0 0 0,0 0 0,0 0 0,0-1 0,0 1 0,-1 0 0,1 0 0,0-1 0,0 1 0,-1-1 0,1 1 0,0-1 0,-1 1 0,1-1 0,-1 0 0,1 0 0,0 0 0,-1 0 0,1 0 0,-1 0 0,1 0 0,0 0 0,-1-1 0,1 1 0,-1 0 0,1-1 0,0 1 0,-1-1 0,1 0 0,-2 0 0,-11-8 0,1 1 0,0-1 0,1-1 0,0-1 0,0 1 0,1-2 0,-15-18 0,6 7 0,-61-72 0,-80-125 0,-52-118 0,184 291 0,14 26 0,2-1 0,0 0 0,1-1 0,2 0 0,0 0 0,-10-39 0,15 43-1365,-1 8-5461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08:09:54.1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29 24575,'5'0'0,"1"-4"0,5-3 0,4 2 0,6 0 0,2 2 0,3 0 0,1 2 0,1 1 0,1 0 0,-1 0 0,0 0 0,0 1 0,-1-1 0,1 0 0,-1 0 0,-4 0-8191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23T08:09:58.8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354 1248 24575,'-1'9'0,"-1"0"0,0 0 0,0 0 0,-1 0 0,0 0 0,-1-1 0,0 1 0,0-1 0,-1 0 0,0 0 0,0 0 0,-1-1 0,-10 10 0,16-16 0,-1 0 0,0 0 0,0 0 0,0 0 0,0 0 0,0 0 0,0 0 0,0 0 0,0-1 0,0 1 0,0 0 0,-1-1 0,1 1 0,0-1 0,0 0 0,-1 1 0,1-1 0,0 0 0,-1 0 0,1 1 0,0-1 0,-1 0 0,-1-1 0,2 1 0,0-1 0,0 0 0,0 0 0,0 1 0,0-1 0,0 0 0,0 0 0,0 0 0,0 0 0,1 0 0,-1-1 0,0 1 0,1 0 0,-1 0 0,1 0 0,-1-1 0,1 1 0,-1-2 0,-1-10 0,0 0 0,0 1 0,1-22 0,1 29 0,0-7 0,0-41 0,-13-91 0,10 110 0,-1 0 0,4 34 0,0 0 0,0 0 0,0 0 0,0 1 0,0-1 0,0 0 0,0 0 0,0 0 0,0 0 0,0 0 0,0 0 0,0 0 0,0 0 0,-1 0 0,1 0 0,0 0 0,0 0 0,0 0 0,0 0 0,0 0 0,0 1 0,0-1 0,0 0 0,0 0 0,0 0 0,0 0 0,0 0 0,0 0 0,0 0 0,0 0 0,-1 0 0,1 0 0,0 0 0,0 0 0,0 0 0,0 0 0,0 0 0,0 0 0,0 0 0,0 0 0,0 0 0,0 0 0,-3 23 0,-40 359 0,38-266 0,5-76 0,-1-1 0,-3 1 0,-9 42 0,13-79 0,-1 0 0,0 0 0,1-1 0,-1 1 0,0-1 0,-1 1 0,1-1 0,0 1 0,-1-1 0,1 0 0,-1 1 0,0-1 0,-3 3 0,5-5 0,0 0 0,-1 0 0,1 1 0,-1-1 0,1 0 0,-1 0 0,1 0 0,-1 0 0,1 0 0,-1 0 0,1 0 0,-1 0 0,1 0 0,0 0 0,-1 0 0,1 0 0,-1 0 0,1 0 0,-1 0 0,1 0 0,-1 0 0,1 0 0,-1-1 0,1 1 0,0 0 0,-1 0 0,0-1 0,0-1 0,-1 1 0,1-1 0,-1 1 0,1-1 0,0 0 0,0 0 0,0 0 0,0 0 0,0 0 0,0-2 0,-5-13 0,1-1 0,1 0 0,0 0 0,-1-31 0,3-79 0,2 77 0,3-1006 0,-3 1050 0,0 2 0,0 1 0,0-1 0,0 1 0,0 0 0,-1-1 0,0 1 0,-2-7 0,3 11 0,0 0 0,0 0 0,0 0 0,0 0 0,0-1 0,0 1 0,0 0 0,-1 0 0,1 0 0,0 0 0,0-1 0,0 1 0,0 0 0,0 0 0,0 0 0,-1 0 0,1 0 0,0 0 0,0-1 0,0 1 0,0 0 0,-1 0 0,1 0 0,0 0 0,0 0 0,0 0 0,-1 0 0,1 0 0,0 0 0,0 0 0,0 0 0,-1 0 0,1 0 0,0 0 0,0 0 0,0 0 0,0 0 0,-1 0 0,1 0 0,0 0 0,0 0 0,0 0 0,-1 0 0,1 1 0,-8 9 0,-4 13 0,6-5 0,1 0 0,1 0 0,1 0 0,-2 28 0,3 77 0,3-76 0,1 461 0,-15-736 0,1 44 0,11 128 0,4-380 0,-1 409 0,1 1 0,1-1 0,2 1 0,1 0 0,14-38 0,-21 64 0,0 0 0,0 0 0,0 0 0,0 0 0,0 0 0,0 0 0,0 0 0,0-1 0,0 1 0,0 0 0,0 0 0,0 0 0,0 0 0,0 0 0,0 0 0,0 0 0,0 0 0,0 0 0,1 0 0,-1-1 0,0 1 0,0 0 0,0 0 0,0 0 0,0 0 0,0 0 0,0 0 0,0 0 0,0 0 0,0 0 0,0 0 0,0 0 0,0 0 0,1 0 0,-1 0 0,0 0 0,0 0 0,0 0 0,0 0 0,0 0 0,0 0 0,0 0 0,0 0 0,0 0 0,0 0 0,1 0 0,-1 0 0,0 0 0,0 0 0,0 0 0,0 0 0,0 0 0,0 0 0,0 0 0,0 0 0,0 0 0,0 0 0,1 0 0,-1 0 0,0 0 0,0 0 0,0 0 0,0 0 0,0 1 0,0-1 0,0 0 0,0 0 0,0 0 0,0 0 0,3 11 0,-1 16 0,-14 353 0,1-125 0,5 755-1076,6-651 1975,0-2013-2102,-1 1592 1180,-1 25 23,2 0-1,2 0 1,1 1-1,11-51 0,-10 81 192,-1 13 234,0 16 230,116 973-529,-76-702-117,-42-289-9,12 65 0,-12-65 0,0 1 0,1-1 0,0 0 0,0 0 0,0 0 0,1-1 0,-1 1 0,1-1 0,0 1 0,5 5 0,-8-10 0,1 0 0,-1 0 0,0 1 0,0-1 0,0 0 0,0 0 0,0 0 0,1 0 0,-1 0 0,0 0 0,0 1 0,0-1 0,1 0 0,-1 0 0,0 0 0,0 0 0,0 0 0,1 0 0,-1 0 0,0 0 0,0 0 0,0 0 0,1 0 0,-1 0 0,0 0 0,0 0 0,0 0 0,1 0 0,-1 0 0,0 0 0,0 0 0,0 0 0,1 0 0,-1-1 0,0 1 0,0 0 0,0 0 0,0 0 0,1 0 0,-1 0 0,0 0 0,0-1 0,0 1 0,0 0 0,0 0 0,1 0 0,-1 0 0,0-1 0,0 1 0,0 0 0,0 0 0,0 0 0,0-1 0,3-14 0,2-50 0,-4-93 0,-3 65 0,13-493 0,53-1 0,-59 566 0,-3 27 0,-1 37 0,-1-38 0,-1 28 0,-1 30 0,2-1 0,3 1 0,16 83 0,-7-73 0,-7-40 0,17 59 0,-22-90 0,1-1 0,-1 1 0,1 0 0,-1-1 0,1 1 0,0-1 0,0 1 0,-1 0 0,1-1 0,0 0 0,1 1 0,-1-1 0,0 0 0,0 1 0,1-1 0,-1 0 0,0 0 0,1 0 0,-1 0 0,1 0 0,-1 0 0,1-1 0,0 1 0,-1-1 0,1 1 0,0-1 0,-1 1 0,1-1 0,2 0 0,-2 0 0,0-1 0,1 1 0,-1-1 0,0 0 0,0 0 0,0 0 0,0 0 0,0 0 0,0-1 0,0 1 0,0-1 0,-1 1 0,1-1 0,-1 1 0,1-1 0,-1 0 0,1 0 0,-1 0 0,0 0 0,0 0 0,0 0 0,1-4 0,6-15 0,-1 0 0,0-1 0,-2 0 0,3-24 0,4-95 0,-8 80 0,10-95 0,2-47 0,-17 266 0,4 0 0,10 64 0,-11-111 0,-1-4 0,1-1 0,0 1 0,7 20 0,-9-31 0,0 1 0,1-1 0,-1 1 0,1-1 0,0 1 0,0-1 0,-1 1 0,1-1 0,0 0 0,0 0 0,0 1 0,0-1 0,0 0 0,1 0 0,-1 0 0,0 0 0,0 0 0,1 0 0,-1-1 0,1 1 0,-1 0 0,0-1 0,1 1 0,-1-1 0,1 1 0,0-1 0,-1 0 0,1 0 0,-1 0 0,1 1 0,-1-2 0,1 1 0,0 0 0,-1 0 0,3-1 0,-2 0 0,0 0 0,-1 0 0,1 0 0,0 0 0,0 0 0,-1 0 0,1-1 0,0 1 0,-1-1 0,0 0 0,1 1 0,-1-1 0,0 0 0,0 1 0,0-1 0,0 0 0,0 0 0,0 0 0,0 0 0,-1 0 0,1 0 0,0-4 0,4-51 0,-5 53 0,1-20 0,-1-1 0,1 0 0,1 1 0,1-1 0,1 1 0,8-28 0,11-19 0,-23 71 0,0 0 0,0 1 0,0-1 0,0 0 0,0 0 0,0 0 0,0 0 0,0 0 0,0 0 0,0 0 0,0 0 0,1 0 0,-1 0 0,0 0 0,0 0 0,0 0 0,0 0 0,0 0 0,0 0 0,0 0 0,0 0 0,0 0 0,0 0 0,0 0 0,1 0 0,-1 0 0,0 0 0,0 0 0,0 0 0,0 0 0,0 0 0,0 0 0,0 0 0,0 0 0,0 0 0,0 0 0,0 0 0,1 0 0,-1 0 0,0 0 0,0 0 0,0 0 0,0 0 0,0 0 0,0 0 0,0 0 0,0 0 0,0-1 0,0 1 0,0 0 0,0 0 0,0 0 0,0 0 0,0 0 0,0 0 0,0 0 0,0 0 0,0 0 0,0 0 0,0 0 0,0-1 0,0 1 0,0 0 0,0 0 0,3 11 0,-2 16 0,-3 196 0,3-230 26,0 1 0,1-1 0,0 1 0,3-10 0,5-18-1521,-6 12-5331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9.png"/><Relationship Id="rId5" Type="http://schemas.openxmlformats.org/officeDocument/2006/relationships/customXml" Target="../ink/ink2.xml"/><Relationship Id="rId10" Type="http://schemas.openxmlformats.org/officeDocument/2006/relationships/image" Target="../media/image60.png"/><Relationship Id="rId4" Type="http://schemas.openxmlformats.org/officeDocument/2006/relationships/image" Target="../media/image9.png"/><Relationship Id="rId9" Type="http://schemas.openxmlformats.org/officeDocument/2006/relationships/customXml" Target="../ink/ink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0C55DEC-CD08-250C-0B20-A3775DA56307}"/>
              </a:ext>
            </a:extLst>
          </p:cNvPr>
          <p:cNvSpPr/>
          <p:nvPr/>
        </p:nvSpPr>
        <p:spPr>
          <a:xfrm>
            <a:off x="851877" y="1508369"/>
            <a:ext cx="10488246" cy="20398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55B6CA-F316-2742-99B3-4E04D207B6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1082" y="0"/>
            <a:ext cx="5318855" cy="638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754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FD0F02F-3AED-6F17-B6AB-C9723AEB0EC1}"/>
              </a:ext>
            </a:extLst>
          </p:cNvPr>
          <p:cNvSpPr/>
          <p:nvPr/>
        </p:nvSpPr>
        <p:spPr>
          <a:xfrm>
            <a:off x="961292" y="1219200"/>
            <a:ext cx="10269416" cy="13051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19B132-BE7F-BD85-46C1-AE868E1CC4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7361" y="0"/>
            <a:ext cx="5488491" cy="618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640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937" y="995679"/>
            <a:ext cx="6731462" cy="3314249"/>
          </a:xfrm>
        </p:spPr>
        <p:txBody>
          <a:bodyPr>
            <a:normAutofit/>
          </a:bodyPr>
          <a:lstStyle/>
          <a:p>
            <a:r>
              <a:rPr lang="en-IN" sz="5000" dirty="0"/>
              <a:t>Cloud computing characteristics and benefits for startup ecosystems.</a:t>
            </a:r>
            <a:endParaRPr lang="en-US" sz="5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4179" y="4498925"/>
            <a:ext cx="6310135" cy="2359074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By:</a:t>
            </a:r>
          </a:p>
          <a:p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P.guru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(192521010)</a:t>
            </a:r>
          </a:p>
          <a:p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S.Bala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(192524427)</a:t>
            </a:r>
          </a:p>
          <a:p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D.Raghava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(1925253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04)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08AC96E-AA33-4309-B51D-072F59E6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35145" y="1"/>
            <a:ext cx="4635315" cy="68579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A3D05D-A402-1D45-E496-5C78013512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61" y="188998"/>
            <a:ext cx="6758039" cy="80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F3C91-8E97-8197-F778-1C8C69908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BF3AB-DF5D-2D8C-E7F4-E037EDCEF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63097"/>
            <a:ext cx="10058400" cy="370599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To understand the concept of cloud computing.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To learn the major characteristics of cloud computing.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To explore how cloud computing supports startup ecosystems.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To </a:t>
            </a:r>
            <a:r>
              <a:rPr lang="en-IN" sz="2400" dirty="0" err="1"/>
              <a:t>analyze</a:t>
            </a:r>
            <a:r>
              <a:rPr lang="en-IN" sz="2400" dirty="0"/>
              <a:t> its benefits in business growth and innovation.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To study real-world applications of cloud services for startups. </a:t>
            </a:r>
          </a:p>
          <a:p>
            <a:endParaRPr lang="en-IN" dirty="0"/>
          </a:p>
        </p:txBody>
      </p:sp>
      <p:pic>
        <p:nvPicPr>
          <p:cNvPr id="5" name="Picture 2" descr="Saveetha School of Engineering, Chennai, Tamil Nadu - Careerindia">
            <a:extLst>
              <a:ext uri="{FF2B5EF4-FFF2-40B4-BE49-F238E27FC236}">
                <a16:creationId xmlns:a16="http://schemas.microsoft.com/office/drawing/2014/main" id="{701A3FDC-8861-EBB2-CD76-C16FC8F82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00" y="74218"/>
            <a:ext cx="1115120" cy="1347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IMATS: Admission, Fees, Courses, Cutoff, Ranking, Placement">
            <a:extLst>
              <a:ext uri="{FF2B5EF4-FFF2-40B4-BE49-F238E27FC236}">
                <a16:creationId xmlns:a16="http://schemas.microsoft.com/office/drawing/2014/main" id="{C5F4BC15-962C-AC0F-35DB-75EA05217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903" y="74218"/>
            <a:ext cx="1456300" cy="1400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8619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51CCA-38F6-F386-E3B1-27E56EE22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B00BB-3E80-54F2-A0BD-16E71D1B1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56619"/>
            <a:ext cx="10058400" cy="3912473"/>
          </a:xfrm>
        </p:spPr>
        <p:txBody>
          <a:bodyPr/>
          <a:lstStyle/>
          <a:p>
            <a:r>
              <a:rPr lang="en-IN" sz="2400" b="1" dirty="0"/>
              <a:t>What is Cloud Computing?</a:t>
            </a:r>
          </a:p>
          <a:p>
            <a:r>
              <a:rPr lang="en-IN" sz="2400" dirty="0"/>
              <a:t>Cloud computing is the delivery of computing services over the Internet. </a:t>
            </a:r>
          </a:p>
          <a:p>
            <a:r>
              <a:rPr lang="en-IN" sz="2400" dirty="0"/>
              <a:t>It provides access to storage, servers, databases, software, and networking resources. </a:t>
            </a:r>
          </a:p>
          <a:p>
            <a:r>
              <a:rPr lang="en-IN" sz="2400" dirty="0"/>
              <a:t>Users can access services anytime and pay only for what they use. </a:t>
            </a:r>
          </a:p>
          <a:p>
            <a:r>
              <a:rPr lang="en-IN" sz="2400" dirty="0"/>
              <a:t>It eliminates the need for expensive physical infrastructure.</a:t>
            </a:r>
          </a:p>
          <a:p>
            <a:endParaRPr lang="en-IN" dirty="0"/>
          </a:p>
        </p:txBody>
      </p:sp>
      <p:pic>
        <p:nvPicPr>
          <p:cNvPr id="5" name="Picture 2" descr="Saveetha School of Engineering, Chennai, Tamil Nadu - Careerindia">
            <a:extLst>
              <a:ext uri="{FF2B5EF4-FFF2-40B4-BE49-F238E27FC236}">
                <a16:creationId xmlns:a16="http://schemas.microsoft.com/office/drawing/2014/main" id="{945838AA-42A7-471F-C763-A27DD83DE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00" y="74218"/>
            <a:ext cx="1115120" cy="1347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IMATS: Admission, Fees, Courses, Cutoff, Ranking, Placement">
            <a:extLst>
              <a:ext uri="{FF2B5EF4-FFF2-40B4-BE49-F238E27FC236}">
                <a16:creationId xmlns:a16="http://schemas.microsoft.com/office/drawing/2014/main" id="{20A63A62-8964-0817-79B8-C63EE4351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903" y="84050"/>
            <a:ext cx="1456300" cy="1400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2748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18DA2-22B6-F49B-D500-E00BDE91F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Key Features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7EB0B-73E5-7DEE-FC2E-A463DA0C0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9702" y="2108201"/>
            <a:ext cx="9965977" cy="3760891"/>
          </a:xfrm>
        </p:spPr>
        <p:txBody>
          <a:bodyPr/>
          <a:lstStyle/>
          <a:p>
            <a:r>
              <a:rPr lang="en-IN" sz="2400" b="1" dirty="0"/>
              <a:t>Key Features: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Cost-effective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Flexible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Scalable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Secure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Easily accessible</a:t>
            </a:r>
          </a:p>
          <a:p>
            <a:endParaRPr lang="en-IN" dirty="0"/>
          </a:p>
        </p:txBody>
      </p:sp>
      <p:pic>
        <p:nvPicPr>
          <p:cNvPr id="5" name="Picture 2" descr="Saveetha School of Engineering, Chennai, Tamil Nadu - Careerindia">
            <a:extLst>
              <a:ext uri="{FF2B5EF4-FFF2-40B4-BE49-F238E27FC236}">
                <a16:creationId xmlns:a16="http://schemas.microsoft.com/office/drawing/2014/main" id="{FBF77D9C-A5C2-646B-DA3B-3D5BC05E1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00" y="74218"/>
            <a:ext cx="1115120" cy="1347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IMATS: Admission, Fees, Courses, Cutoff, Ranking, Placement">
            <a:extLst>
              <a:ext uri="{FF2B5EF4-FFF2-40B4-BE49-F238E27FC236}">
                <a16:creationId xmlns:a16="http://schemas.microsoft.com/office/drawing/2014/main" id="{A4578E98-3968-FD62-AAB3-67DE1558B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903" y="74218"/>
            <a:ext cx="1456300" cy="1400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7860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DC74C-B75F-265C-1408-F4CC0D786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3961"/>
            <a:ext cx="10058400" cy="1573162"/>
          </a:xfrm>
        </p:spPr>
        <p:txBody>
          <a:bodyPr/>
          <a:lstStyle/>
          <a:p>
            <a:pPr algn="ctr"/>
            <a:r>
              <a:rPr lang="en-IN" dirty="0"/>
              <a:t>Characteristics of 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6C8D2-2A61-FEF3-AFF4-8A7CAF270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927123"/>
            <a:ext cx="9936480" cy="4483509"/>
          </a:xfrm>
        </p:spPr>
        <p:txBody>
          <a:bodyPr>
            <a:normAutofit fontScale="25000" lnSpcReduction="20000"/>
          </a:bodyPr>
          <a:lstStyle/>
          <a:p>
            <a:r>
              <a:rPr lang="en-IN" sz="9600" b="1" dirty="0"/>
              <a:t>Main Characteristics: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9600" dirty="0"/>
              <a:t>On-Demand Self-Service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9600" dirty="0"/>
              <a:t>Broad Network Access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9600" dirty="0"/>
              <a:t>Resource Pooling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9600" dirty="0"/>
              <a:t>Rapid Elasticity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9600" dirty="0"/>
              <a:t>Measured Service </a:t>
            </a:r>
          </a:p>
          <a:p>
            <a:r>
              <a:rPr lang="en-IN" sz="9600" b="1" dirty="0"/>
              <a:t>Importance: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9600" dirty="0"/>
              <a:t>These characteristics help startups deploy applications quickly while reducing operational costs.</a:t>
            </a:r>
          </a:p>
          <a:p>
            <a:endParaRPr lang="en-IN" dirty="0"/>
          </a:p>
        </p:txBody>
      </p:sp>
      <p:pic>
        <p:nvPicPr>
          <p:cNvPr id="5" name="Picture 2" descr="Saveetha School of Engineering, Chennai, Tamil Nadu - Careerindia">
            <a:extLst>
              <a:ext uri="{FF2B5EF4-FFF2-40B4-BE49-F238E27FC236}">
                <a16:creationId xmlns:a16="http://schemas.microsoft.com/office/drawing/2014/main" id="{15342721-DDA4-18EF-0F6A-194254E1B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00" y="74218"/>
            <a:ext cx="1115120" cy="1347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IMATS: Admission, Fees, Courses, Cutoff, Ranking, Placement">
            <a:extLst>
              <a:ext uri="{FF2B5EF4-FFF2-40B4-BE49-F238E27FC236}">
                <a16:creationId xmlns:a16="http://schemas.microsoft.com/office/drawing/2014/main" id="{455F479F-2182-147C-9AD5-F223FEB0C3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903" y="74218"/>
            <a:ext cx="1456300" cy="1400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8112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0C6C7-B8BC-C765-E23D-428D5B9F3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Technical 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0F6DE-1B9F-02B0-5ED4-6C059A0EC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870" y="1868130"/>
            <a:ext cx="9975809" cy="481780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Users request cloud services through the internet.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Cloud providers allocate computing resources dynamically.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Applications and data are stored on remote servers.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Resources can be increased or decreased based on demand. </a:t>
            </a:r>
          </a:p>
          <a:p>
            <a:r>
              <a:rPr lang="en-IN" sz="2400" b="1" dirty="0"/>
              <a:t>Service Models: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Infrastructure as a Service (IaaS)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Platform as a Service (PaaS)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Software as a Service (SaaS)</a:t>
            </a:r>
          </a:p>
          <a:p>
            <a:endParaRPr lang="en-IN" dirty="0"/>
          </a:p>
        </p:txBody>
      </p:sp>
      <p:pic>
        <p:nvPicPr>
          <p:cNvPr id="5" name="Picture 2" descr="Saveetha School of Engineering, Chennai, Tamil Nadu - Careerindia">
            <a:extLst>
              <a:ext uri="{FF2B5EF4-FFF2-40B4-BE49-F238E27FC236}">
                <a16:creationId xmlns:a16="http://schemas.microsoft.com/office/drawing/2014/main" id="{55113B22-6F89-9D5C-FC4D-E302D2317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00" y="74218"/>
            <a:ext cx="1115120" cy="1347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IMATS: Admission, Fees, Courses, Cutoff, Ranking, Placement">
            <a:extLst>
              <a:ext uri="{FF2B5EF4-FFF2-40B4-BE49-F238E27FC236}">
                <a16:creationId xmlns:a16="http://schemas.microsoft.com/office/drawing/2014/main" id="{93AC29B6-9CE2-168B-C4EC-576F711F0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903" y="74218"/>
            <a:ext cx="1456300" cy="1400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8508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740CC-B544-D67D-118F-850E6302D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Architecture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70E02D-E1BB-61E2-D1FA-4043038995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7962" y="1842728"/>
            <a:ext cx="8436076" cy="446246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7F19A01-5E03-C180-5FA5-9C7294CE0FB5}"/>
                  </a:ext>
                </a:extLst>
              </p14:cNvPr>
              <p14:cNvContentPartPr/>
              <p14:nvPr/>
            </p14:nvContentPartPr>
            <p14:xfrm>
              <a:off x="10707097" y="1807068"/>
              <a:ext cx="530640" cy="170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7F19A01-5E03-C180-5FA5-9C7294CE0F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53097" y="1699068"/>
                <a:ext cx="638280" cy="3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9189B87-99B1-0B8D-2DFE-16890E3333BF}"/>
                  </a:ext>
                </a:extLst>
              </p14:cNvPr>
              <p14:cNvContentPartPr/>
              <p14:nvPr/>
            </p14:nvContentPartPr>
            <p14:xfrm>
              <a:off x="10359337" y="601428"/>
              <a:ext cx="2443320" cy="22201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9189B87-99B1-0B8D-2DFE-16890E3333B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350337" y="592788"/>
                <a:ext cx="2460960" cy="223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7DF6FE7-5F1D-BC24-B91F-2D0994DDE75B}"/>
                  </a:ext>
                </a:extLst>
              </p14:cNvPr>
              <p14:cNvContentPartPr/>
              <p14:nvPr/>
            </p14:nvContentPartPr>
            <p14:xfrm>
              <a:off x="9251977" y="3027828"/>
              <a:ext cx="137160" cy="104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7DF6FE7-5F1D-BC24-B91F-2D0994DDE75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242977" y="3019188"/>
                <a:ext cx="15480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688DB67-5193-D01E-F831-706F1D6508AA}"/>
                  </a:ext>
                </a:extLst>
              </p14:cNvPr>
              <p14:cNvContentPartPr/>
              <p14:nvPr/>
            </p14:nvContentPartPr>
            <p14:xfrm>
              <a:off x="9803137" y="2028468"/>
              <a:ext cx="273960" cy="7617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688DB67-5193-D01E-F831-706F1D6508A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794497" y="2019468"/>
                <a:ext cx="291600" cy="7794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2" descr="Saveetha School of Engineering, Chennai, Tamil Nadu - Careerindia">
            <a:extLst>
              <a:ext uri="{FF2B5EF4-FFF2-40B4-BE49-F238E27FC236}">
                <a16:creationId xmlns:a16="http://schemas.microsoft.com/office/drawing/2014/main" id="{01F75390-AC2A-6682-7731-90406ABDF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00" y="74218"/>
            <a:ext cx="1115120" cy="1347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SIMATS: Admission, Fees, Courses, Cutoff, Ranking, Placement">
            <a:extLst>
              <a:ext uri="{FF2B5EF4-FFF2-40B4-BE49-F238E27FC236}">
                <a16:creationId xmlns:a16="http://schemas.microsoft.com/office/drawing/2014/main" id="{E1C81DC7-AF79-6630-D4EA-072FA905D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903" y="74218"/>
            <a:ext cx="1456300" cy="1400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2796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02E5B-8ED8-908B-4ADE-14DE9ED26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Benefits for Startup Ecosystems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B1C6F-B166-3BEA-D9D4-CEB5A62F8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68129"/>
            <a:ext cx="10058400" cy="4827640"/>
          </a:xfrm>
        </p:spPr>
        <p:txBody>
          <a:bodyPr>
            <a:normAutofit fontScale="92500" lnSpcReduction="10000"/>
          </a:bodyPr>
          <a:lstStyle/>
          <a:p>
            <a:r>
              <a:rPr lang="en-IN" sz="2400" b="1" dirty="0"/>
              <a:t>Major Benefits: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Reduced infrastructure costs.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Easy scalability for growing businesses.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Faster product development.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Improved collaboration among teams.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Enhanced data security and backup.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Global accessibility.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Automatic updates and maintenance.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Better business agility.</a:t>
            </a:r>
          </a:p>
          <a:p>
            <a:endParaRPr lang="en-IN" dirty="0"/>
          </a:p>
        </p:txBody>
      </p:sp>
      <p:pic>
        <p:nvPicPr>
          <p:cNvPr id="5" name="Picture 2" descr="Saveetha School of Engineering, Chennai, Tamil Nadu - Careerindia">
            <a:extLst>
              <a:ext uri="{FF2B5EF4-FFF2-40B4-BE49-F238E27FC236}">
                <a16:creationId xmlns:a16="http://schemas.microsoft.com/office/drawing/2014/main" id="{21006388-2A55-51EA-F44A-497304F36A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00" y="74218"/>
            <a:ext cx="1115120" cy="1347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IMATS: Admission, Fees, Courses, Cutoff, Ranking, Placement">
            <a:extLst>
              <a:ext uri="{FF2B5EF4-FFF2-40B4-BE49-F238E27FC236}">
                <a16:creationId xmlns:a16="http://schemas.microsoft.com/office/drawing/2014/main" id="{B4689350-78AC-D1BD-6F0E-854C22D58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903" y="74218"/>
            <a:ext cx="1456300" cy="1400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2995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791C7-BB64-2D2D-E1FB-43CC82F98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421470"/>
            <a:ext cx="10058400" cy="1450757"/>
          </a:xfrm>
        </p:spPr>
        <p:txBody>
          <a:bodyPr/>
          <a:lstStyle/>
          <a:p>
            <a:pPr algn="ctr"/>
            <a:r>
              <a:rPr lang="en-IN" dirty="0"/>
              <a:t>Real-World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24325-719E-4B58-0277-D172898E5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4330126" cy="4328329"/>
          </a:xfrm>
        </p:spPr>
        <p:txBody>
          <a:bodyPr/>
          <a:lstStyle/>
          <a:p>
            <a:r>
              <a:rPr lang="en-IN" sz="2400" b="1" dirty="0"/>
              <a:t>Cloud Computing in Startups:</a:t>
            </a:r>
          </a:p>
          <a:p>
            <a:r>
              <a:rPr lang="en-IN" sz="2400" b="1" dirty="0"/>
              <a:t>E-Commerce Startups</a:t>
            </a:r>
          </a:p>
          <a:p>
            <a:r>
              <a:rPr lang="en-IN" sz="2400" dirty="0"/>
              <a:t>Online product hosting. </a:t>
            </a:r>
          </a:p>
          <a:p>
            <a:r>
              <a:rPr lang="en-IN" sz="2400" dirty="0"/>
              <a:t>Payment processing. </a:t>
            </a:r>
          </a:p>
          <a:p>
            <a:r>
              <a:rPr lang="en-IN" sz="2400" b="1" dirty="0"/>
              <a:t>EdTech Startups</a:t>
            </a:r>
          </a:p>
          <a:p>
            <a:r>
              <a:rPr lang="en-IN" sz="2400" dirty="0"/>
              <a:t>Cloud-based learning platforms. </a:t>
            </a:r>
          </a:p>
          <a:p>
            <a:r>
              <a:rPr lang="en-IN" sz="2400" dirty="0"/>
              <a:t>Student data management.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FB7E00-3968-64CB-3DB2-4DFCC7BE2D75}"/>
              </a:ext>
            </a:extLst>
          </p:cNvPr>
          <p:cNvSpPr txBox="1"/>
          <p:nvPr/>
        </p:nvSpPr>
        <p:spPr>
          <a:xfrm>
            <a:off x="6272981" y="2108201"/>
            <a:ext cx="425736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FinTech Startups:</a:t>
            </a:r>
          </a:p>
          <a:p>
            <a:pPr>
              <a:buNone/>
            </a:pPr>
            <a:endParaRPr lang="en-IN" sz="2400" b="1" dirty="0"/>
          </a:p>
          <a:p>
            <a:r>
              <a:rPr lang="en-IN" sz="2400" dirty="0"/>
              <a:t>Secure transaction processing.</a:t>
            </a:r>
          </a:p>
          <a:p>
            <a:r>
              <a:rPr lang="en-IN" sz="2400" dirty="0"/>
              <a:t> Real-time analytics.</a:t>
            </a:r>
          </a:p>
          <a:p>
            <a:r>
              <a:rPr lang="en-IN" sz="2400" dirty="0"/>
              <a:t> </a:t>
            </a:r>
          </a:p>
          <a:p>
            <a:pPr>
              <a:buNone/>
            </a:pPr>
            <a:r>
              <a:rPr lang="en-IN" sz="2400" b="1" dirty="0"/>
              <a:t>Healthcare Startups:</a:t>
            </a:r>
          </a:p>
          <a:p>
            <a:r>
              <a:rPr lang="en-IN" sz="2400" dirty="0"/>
              <a:t>Electronic health records.</a:t>
            </a:r>
          </a:p>
          <a:p>
            <a:r>
              <a:rPr lang="en-IN" sz="2400" dirty="0"/>
              <a:t> Cloud-based appointment systems.</a:t>
            </a:r>
          </a:p>
        </p:txBody>
      </p:sp>
      <p:pic>
        <p:nvPicPr>
          <p:cNvPr id="6" name="Picture 2" descr="Saveetha School of Engineering, Chennai, Tamil Nadu - Careerindia">
            <a:extLst>
              <a:ext uri="{FF2B5EF4-FFF2-40B4-BE49-F238E27FC236}">
                <a16:creationId xmlns:a16="http://schemas.microsoft.com/office/drawing/2014/main" id="{C4ECEA0F-D55F-95D4-7AA0-D76510A42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00" y="74218"/>
            <a:ext cx="1115120" cy="1347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SIMATS: Admission, Fees, Courses, Cutoff, Ranking, Placement">
            <a:extLst>
              <a:ext uri="{FF2B5EF4-FFF2-40B4-BE49-F238E27FC236}">
                <a16:creationId xmlns:a16="http://schemas.microsoft.com/office/drawing/2014/main" id="{C8F5B5D8-D5D2-68A2-5191-8D51473BF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903" y="74218"/>
            <a:ext cx="1456300" cy="1400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8743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8D91A-7A1C-6C81-59FC-72DCE5A9E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Impact on Startup Growth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A395B-6AFC-8BA3-A85A-78740DB66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68129"/>
            <a:ext cx="10544114" cy="4703268"/>
          </a:xfrm>
        </p:spPr>
        <p:txBody>
          <a:bodyPr>
            <a:normAutofit fontScale="92500" lnSpcReduction="20000"/>
          </a:bodyPr>
          <a:lstStyle/>
          <a:p>
            <a:r>
              <a:rPr lang="en-IN" sz="2200" b="1" dirty="0"/>
              <a:t>Cloud Computing Enables: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/>
              <a:t>Faster market entry.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/>
              <a:t>Lower operational expenses.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/>
              <a:t>Innovation through AI and analytics.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/>
              <a:t>Better customer experiences.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/>
              <a:t>Flexible resource management. </a:t>
            </a:r>
          </a:p>
          <a:p>
            <a:r>
              <a:rPr lang="en-IN" sz="2200" b="1" dirty="0"/>
              <a:t>Startup Advantages: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/>
              <a:t>Pay-as-you-use model.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/>
              <a:t>No need for expensive hardware.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200" dirty="0"/>
              <a:t>Supports remote and global operations.</a:t>
            </a:r>
          </a:p>
          <a:p>
            <a:endParaRPr lang="en-IN" dirty="0"/>
          </a:p>
        </p:txBody>
      </p:sp>
      <p:pic>
        <p:nvPicPr>
          <p:cNvPr id="5" name="Picture 2" descr="Saveetha School of Engineering, Chennai, Tamil Nadu - Careerindia">
            <a:extLst>
              <a:ext uri="{FF2B5EF4-FFF2-40B4-BE49-F238E27FC236}">
                <a16:creationId xmlns:a16="http://schemas.microsoft.com/office/drawing/2014/main" id="{C1C6AEC0-BFCF-D425-FE06-E82BC0CF8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00" y="74218"/>
            <a:ext cx="1115120" cy="1347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IMATS: Admission, Fees, Courses, Cutoff, Ranking, Placement">
            <a:extLst>
              <a:ext uri="{FF2B5EF4-FFF2-40B4-BE49-F238E27FC236}">
                <a16:creationId xmlns:a16="http://schemas.microsoft.com/office/drawing/2014/main" id="{39F9C14D-3BDE-BDFD-D3A4-4E41F1B7E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903" y="74218"/>
            <a:ext cx="1456300" cy="1400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5117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9E785-2749-7D4C-1BE9-AB2A27E6D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Conclusion and Key Takeaway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6DD0C-3EC9-ED41-43A3-96C681B50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174612"/>
          </a:xfrm>
        </p:spPr>
        <p:txBody>
          <a:bodyPr/>
          <a:lstStyle/>
          <a:p>
            <a:r>
              <a:rPr lang="en-IN" sz="2400" b="1" dirty="0"/>
              <a:t>Conclusion:</a:t>
            </a:r>
          </a:p>
          <a:p>
            <a:r>
              <a:rPr lang="en-IN" sz="2400" dirty="0"/>
              <a:t>Cloud computing has become an essential technology for modern startups. </a:t>
            </a:r>
          </a:p>
          <a:p>
            <a:r>
              <a:rPr lang="en-IN" sz="2400" dirty="0"/>
              <a:t>Its characteristics provide flexibility, scalability, and cost efficiency. </a:t>
            </a:r>
          </a:p>
          <a:p>
            <a:r>
              <a:rPr lang="en-IN" sz="2400" dirty="0"/>
              <a:t>Cloud services help startups innovate and grow rapidly. </a:t>
            </a:r>
          </a:p>
          <a:p>
            <a:r>
              <a:rPr lang="en-IN" sz="2400" b="1" dirty="0"/>
              <a:t>Key Takeaway: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Cloud Computing empowers startups by providing affordable, scalable, and reliable technological solutions that accelerate business success.</a:t>
            </a:r>
          </a:p>
          <a:p>
            <a:endParaRPr lang="en-IN" dirty="0"/>
          </a:p>
        </p:txBody>
      </p:sp>
      <p:pic>
        <p:nvPicPr>
          <p:cNvPr id="5" name="Picture 2" descr="Saveetha School of Engineering, Chennai, Tamil Nadu - Careerindia">
            <a:extLst>
              <a:ext uri="{FF2B5EF4-FFF2-40B4-BE49-F238E27FC236}">
                <a16:creationId xmlns:a16="http://schemas.microsoft.com/office/drawing/2014/main" id="{53540AE5-4A04-9187-0B3B-56C339EA0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00" y="74218"/>
            <a:ext cx="1115120" cy="1347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SIMATS: Admission, Fees, Courses, Cutoff, Ranking, Placement">
            <a:extLst>
              <a:ext uri="{FF2B5EF4-FFF2-40B4-BE49-F238E27FC236}">
                <a16:creationId xmlns:a16="http://schemas.microsoft.com/office/drawing/2014/main" id="{2DED683D-72A2-00CD-EC80-2A1FD58450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903" y="74218"/>
            <a:ext cx="1456300" cy="1400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4301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EB441-75D3-D7FE-C6BC-E008C9E09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155" y="286603"/>
            <a:ext cx="9523525" cy="4108416"/>
          </a:xfrm>
        </p:spPr>
        <p:txBody>
          <a:bodyPr>
            <a:normAutofit/>
          </a:bodyPr>
          <a:lstStyle/>
          <a:p>
            <a:r>
              <a:rPr lang="en-US" sz="12000" dirty="0"/>
              <a:t>Thank You</a:t>
            </a:r>
            <a:endParaRPr lang="en-IN" sz="12000" dirty="0"/>
          </a:p>
        </p:txBody>
      </p:sp>
    </p:spTree>
    <p:extLst>
      <p:ext uri="{BB962C8B-B14F-4D97-AF65-F5344CB8AC3E}">
        <p14:creationId xmlns:p14="http://schemas.microsoft.com/office/powerpoint/2010/main" val="4132928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F8B060-9779-AC11-BB3C-D284CCA62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006" y="0"/>
            <a:ext cx="9202994" cy="6371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674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hatsApp Video 2026-07-23 at 14.41.55">
            <a:hlinkClick r:id="" action="ppaction://media"/>
            <a:extLst>
              <a:ext uri="{FF2B5EF4-FFF2-40B4-BE49-F238E27FC236}">
                <a16:creationId xmlns:a16="http://schemas.microsoft.com/office/drawing/2014/main" id="{B3F0D161-FC63-E4FC-E199-F023572842C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434368" y="0"/>
            <a:ext cx="4787047" cy="645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92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65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747A963-53E0-44AF-AF13-963FE676C6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{C9EEBA2E-8598-4F47-937C-BA5AA529B75D}TF427093bb-7ddc-497b-80f4-fe945bcee621ff7241c0_win32-add2936a5c77</Template>
  <TotalTime>58</TotalTime>
  <Words>441</Words>
  <Application>Microsoft Office PowerPoint</Application>
  <PresentationFormat>Widescreen</PresentationFormat>
  <Paragraphs>88</Paragraphs>
  <Slides>16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Bookman Old Style</vt:lpstr>
      <vt:lpstr>Calibri</vt:lpstr>
      <vt:lpstr>Franklin Gothic Book</vt:lpstr>
      <vt:lpstr>Wingdings</vt:lpstr>
      <vt:lpstr>1_RetrospectVTI</vt:lpstr>
      <vt:lpstr>PowerPoint Presentation</vt:lpstr>
      <vt:lpstr>PowerPoint Presentation</vt:lpstr>
      <vt:lpstr>Cloud computing characteristics and benefits for startup ecosystems.</vt:lpstr>
      <vt:lpstr>Objective</vt:lpstr>
      <vt:lpstr>Introduction</vt:lpstr>
      <vt:lpstr>Key Features</vt:lpstr>
      <vt:lpstr>Characteristics of Cloud Computing</vt:lpstr>
      <vt:lpstr>Technical Explanation</vt:lpstr>
      <vt:lpstr>Architecture Diagram</vt:lpstr>
      <vt:lpstr>Benefits for Startup Ecosystems</vt:lpstr>
      <vt:lpstr>Real-World Use Cases</vt:lpstr>
      <vt:lpstr>Impact on Startup Growth</vt:lpstr>
      <vt:lpstr>Conclusion and Key Takeaway</vt:lpstr>
      <vt:lpstr>Thank You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guru p</dc:creator>
  <cp:lastModifiedBy>srija thiriveedhi</cp:lastModifiedBy>
  <cp:revision>2</cp:revision>
  <dcterms:created xsi:type="dcterms:W3CDTF">2026-07-23T07:39:11Z</dcterms:created>
  <dcterms:modified xsi:type="dcterms:W3CDTF">2026-07-25T05:03:53Z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